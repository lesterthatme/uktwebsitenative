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handoutMasterIdLst>
    <p:handoutMasterId r:id="rId23"/>
  </p:handoutMasterIdLst>
  <p:sldIdLst>
    <p:sldId id="256" r:id="rId2"/>
    <p:sldId id="259" r:id="rId3"/>
    <p:sldId id="258" r:id="rId4"/>
    <p:sldId id="257" r:id="rId5"/>
    <p:sldId id="261" r:id="rId6"/>
    <p:sldId id="263" r:id="rId7"/>
    <p:sldId id="264" r:id="rId8"/>
    <p:sldId id="265" r:id="rId9"/>
    <p:sldId id="266" r:id="rId10"/>
    <p:sldId id="267" r:id="rId11"/>
    <p:sldId id="268" r:id="rId12"/>
    <p:sldId id="269" r:id="rId13"/>
    <p:sldId id="270" r:id="rId14"/>
    <p:sldId id="271" r:id="rId15"/>
    <p:sldId id="273" r:id="rId16"/>
    <p:sldId id="274" r:id="rId17"/>
    <p:sldId id="275" r:id="rId18"/>
    <p:sldId id="276" r:id="rId19"/>
    <p:sldId id="277" r:id="rId20"/>
    <p:sldId id="260" r:id="rId21"/>
  </p:sldIdLst>
  <p:sldSz cx="9144000" cy="6858000" type="screen4x3"/>
  <p:notesSz cx="6858000" cy="9144000"/>
  <p:defaultTextStyle>
    <a:defPPr>
      <a:defRPr lang="ru-RU"/>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080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649" autoAdjust="0"/>
    <p:restoredTop sz="94600" autoAdjust="0"/>
  </p:normalViewPr>
  <p:slideViewPr>
    <p:cSldViewPr>
      <p:cViewPr varScale="1">
        <p:scale>
          <a:sx n="85" d="100"/>
          <a:sy n="85" d="100"/>
        </p:scale>
        <p:origin x="1320" y="90"/>
      </p:cViewPr>
      <p:guideLst>
        <p:guide orient="horz" pos="2160"/>
        <p:guide pos="2880"/>
      </p:guideLst>
    </p:cSldViewPr>
  </p:slideViewPr>
  <p:notesTextViewPr>
    <p:cViewPr>
      <p:scale>
        <a:sx n="100" d="100"/>
        <a:sy n="100" d="100"/>
      </p:scale>
      <p:origin x="0" y="0"/>
    </p:cViewPr>
  </p:notesText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5330" name="Rectangle 2">
            <a:extLst>
              <a:ext uri="{FF2B5EF4-FFF2-40B4-BE49-F238E27FC236}">
                <a16:creationId xmlns:a16="http://schemas.microsoft.com/office/drawing/2014/main" id="{375509F0-09A1-905D-16DB-E4E87FBF4403}"/>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en-US" dirty="0"/>
          </a:p>
        </p:txBody>
      </p:sp>
      <p:sp>
        <p:nvSpPr>
          <p:cNvPr id="355331" name="Rectangle 3">
            <a:extLst>
              <a:ext uri="{FF2B5EF4-FFF2-40B4-BE49-F238E27FC236}">
                <a16:creationId xmlns:a16="http://schemas.microsoft.com/office/drawing/2014/main" id="{FF245FF0-E4F1-3B97-03E8-14BABC0F50AD}"/>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en-US" dirty="0"/>
          </a:p>
        </p:txBody>
      </p:sp>
      <p:sp>
        <p:nvSpPr>
          <p:cNvPr id="355332" name="Rectangle 4">
            <a:extLst>
              <a:ext uri="{FF2B5EF4-FFF2-40B4-BE49-F238E27FC236}">
                <a16:creationId xmlns:a16="http://schemas.microsoft.com/office/drawing/2014/main" id="{A9A973FE-2F46-AC79-D519-6F8963283BA3}"/>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55333" name="Rectangle 5">
            <a:extLst>
              <a:ext uri="{FF2B5EF4-FFF2-40B4-BE49-F238E27FC236}">
                <a16:creationId xmlns:a16="http://schemas.microsoft.com/office/drawing/2014/main" id="{03F18E92-7ADE-05C8-8566-73F831C03DF5}"/>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55334" name="Rectangle 6">
            <a:extLst>
              <a:ext uri="{FF2B5EF4-FFF2-40B4-BE49-F238E27FC236}">
                <a16:creationId xmlns:a16="http://schemas.microsoft.com/office/drawing/2014/main" id="{9F1D0F5E-1559-0926-F487-FD20DF32ADCF}"/>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en-US" dirty="0"/>
          </a:p>
        </p:txBody>
      </p:sp>
      <p:sp>
        <p:nvSpPr>
          <p:cNvPr id="355335" name="Rectangle 7">
            <a:extLst>
              <a:ext uri="{FF2B5EF4-FFF2-40B4-BE49-F238E27FC236}">
                <a16:creationId xmlns:a16="http://schemas.microsoft.com/office/drawing/2014/main" id="{AEB9CA7A-A2A4-311C-F20D-C5A3C6FBC29F}"/>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87C1CF3E-B21D-4956-8D85-2E6DDDF21981}" type="slidenum">
              <a:rPr lang="en-US" altLang="en-US"/>
              <a:pPr/>
              <a:t>‹#›</a:t>
            </a:fld>
            <a:endParaRPr lang="en-US" altLang="en-US" dirty="0"/>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779FE55-4299-92E6-6615-6818A61666BF}"/>
              </a:ext>
            </a:extLst>
          </p:cNvPr>
          <p:cNvSpPr>
            <a:spLocks noGrp="1" noChangeArrowheads="1"/>
          </p:cNvSpPr>
          <p:nvPr>
            <p:ph type="sldNum" sz="quarter" idx="5"/>
          </p:nvPr>
        </p:nvSpPr>
        <p:spPr>
          <a:ln/>
        </p:spPr>
        <p:txBody>
          <a:bodyPr/>
          <a:lstStyle/>
          <a:p>
            <a:fld id="{E77957B8-3926-464F-BB1B-B30BF9968DE1}" type="slidenum">
              <a:rPr lang="en-US" altLang="en-US"/>
              <a:pPr/>
              <a:t>1</a:t>
            </a:fld>
            <a:endParaRPr lang="en-US" altLang="en-US" dirty="0"/>
          </a:p>
        </p:txBody>
      </p:sp>
      <p:sp>
        <p:nvSpPr>
          <p:cNvPr id="356354" name="Rectangle 2">
            <a:extLst>
              <a:ext uri="{FF2B5EF4-FFF2-40B4-BE49-F238E27FC236}">
                <a16:creationId xmlns:a16="http://schemas.microsoft.com/office/drawing/2014/main" id="{5F481D6D-2560-130A-022B-CEC6175C5846}"/>
              </a:ext>
            </a:extLst>
          </p:cNvPr>
          <p:cNvSpPr>
            <a:spLocks noGrp="1" noRot="1" noChangeAspect="1" noChangeArrowheads="1" noTextEdit="1"/>
          </p:cNvSpPr>
          <p:nvPr>
            <p:ph type="sldImg"/>
          </p:nvPr>
        </p:nvSpPr>
        <p:spPr>
          <a:ln/>
        </p:spPr>
      </p:sp>
      <p:sp>
        <p:nvSpPr>
          <p:cNvPr id="356355" name="Rectangle 3">
            <a:extLst>
              <a:ext uri="{FF2B5EF4-FFF2-40B4-BE49-F238E27FC236}">
                <a16:creationId xmlns:a16="http://schemas.microsoft.com/office/drawing/2014/main" id="{39F62ACC-A53C-2794-34AE-502E3FDF7F4E}"/>
              </a:ext>
            </a:extLst>
          </p:cNvPr>
          <p:cNvSpPr>
            <a:spLocks noGrp="1" noChangeArrowheads="1"/>
          </p:cNvSpPr>
          <p:nvPr>
            <p:ph type="body" idx="1"/>
          </p:nvPr>
        </p:nvSpPr>
        <p:spPr/>
        <p:txBody>
          <a:bodyPr/>
          <a:lstStyle/>
          <a:p>
            <a:endParaRPr lang="en-US"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1832D4A-BA3D-66E4-C1FF-50291A40A32A}"/>
              </a:ext>
            </a:extLst>
          </p:cNvPr>
          <p:cNvSpPr>
            <a:spLocks noGrp="1" noChangeArrowheads="1"/>
          </p:cNvSpPr>
          <p:nvPr>
            <p:ph type="sldNum" sz="quarter" idx="5"/>
          </p:nvPr>
        </p:nvSpPr>
        <p:spPr>
          <a:ln/>
        </p:spPr>
        <p:txBody>
          <a:bodyPr/>
          <a:lstStyle/>
          <a:p>
            <a:fld id="{73ACA55B-A074-4EF7-B13D-5B413D277F28}" type="slidenum">
              <a:rPr lang="en-US" altLang="en-US"/>
              <a:pPr/>
              <a:t>3</a:t>
            </a:fld>
            <a:endParaRPr lang="en-US" altLang="en-US" dirty="0"/>
          </a:p>
        </p:txBody>
      </p:sp>
      <p:sp>
        <p:nvSpPr>
          <p:cNvPr id="358402" name="Rectangle 2">
            <a:extLst>
              <a:ext uri="{FF2B5EF4-FFF2-40B4-BE49-F238E27FC236}">
                <a16:creationId xmlns:a16="http://schemas.microsoft.com/office/drawing/2014/main" id="{7F90D960-5904-FAFD-48AE-2D9D8085807E}"/>
              </a:ext>
            </a:extLst>
          </p:cNvPr>
          <p:cNvSpPr>
            <a:spLocks noGrp="1" noRot="1" noChangeAspect="1" noChangeArrowheads="1" noTextEdit="1"/>
          </p:cNvSpPr>
          <p:nvPr>
            <p:ph type="sldImg"/>
          </p:nvPr>
        </p:nvSpPr>
        <p:spPr>
          <a:ln/>
        </p:spPr>
      </p:sp>
      <p:sp>
        <p:nvSpPr>
          <p:cNvPr id="358403" name="Rectangle 3">
            <a:extLst>
              <a:ext uri="{FF2B5EF4-FFF2-40B4-BE49-F238E27FC236}">
                <a16:creationId xmlns:a16="http://schemas.microsoft.com/office/drawing/2014/main" id="{9D3E623D-CE42-E126-3369-F136CE064770}"/>
              </a:ext>
            </a:extLst>
          </p:cNvPr>
          <p:cNvSpPr>
            <a:spLocks noGrp="1" noChangeArrowheads="1"/>
          </p:cNvSpPr>
          <p:nvPr>
            <p:ph type="body" idx="1"/>
          </p:nvPr>
        </p:nvSpPr>
        <p:spPr/>
        <p:txBody>
          <a:bodyPr/>
          <a:lstStyle/>
          <a:p>
            <a:endParaRPr lang="en-US"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DDBC330-0BAF-CCAD-763D-1706B866D21A}"/>
              </a:ext>
            </a:extLst>
          </p:cNvPr>
          <p:cNvSpPr>
            <a:spLocks noGrp="1" noChangeArrowheads="1"/>
          </p:cNvSpPr>
          <p:nvPr>
            <p:ph type="sldNum" sz="quarter" idx="5"/>
          </p:nvPr>
        </p:nvSpPr>
        <p:spPr>
          <a:ln/>
        </p:spPr>
        <p:txBody>
          <a:bodyPr/>
          <a:lstStyle/>
          <a:p>
            <a:fld id="{19908943-47B7-4520-9AA4-137B3A296DAA}" type="slidenum">
              <a:rPr lang="en-US" altLang="en-US"/>
              <a:pPr/>
              <a:t>4</a:t>
            </a:fld>
            <a:endParaRPr lang="en-US" altLang="en-US" dirty="0"/>
          </a:p>
        </p:txBody>
      </p:sp>
      <p:sp>
        <p:nvSpPr>
          <p:cNvPr id="357378" name="Rectangle 2">
            <a:extLst>
              <a:ext uri="{FF2B5EF4-FFF2-40B4-BE49-F238E27FC236}">
                <a16:creationId xmlns:a16="http://schemas.microsoft.com/office/drawing/2014/main" id="{F9E49D91-4076-2500-ABCE-8688CFFAFAF3}"/>
              </a:ext>
            </a:extLst>
          </p:cNvPr>
          <p:cNvSpPr>
            <a:spLocks noGrp="1" noRot="1" noChangeAspect="1" noChangeArrowheads="1" noTextEdit="1"/>
          </p:cNvSpPr>
          <p:nvPr>
            <p:ph type="sldImg"/>
          </p:nvPr>
        </p:nvSpPr>
        <p:spPr>
          <a:ln/>
        </p:spPr>
      </p:sp>
      <p:sp>
        <p:nvSpPr>
          <p:cNvPr id="357379" name="Rectangle 3">
            <a:extLst>
              <a:ext uri="{FF2B5EF4-FFF2-40B4-BE49-F238E27FC236}">
                <a16:creationId xmlns:a16="http://schemas.microsoft.com/office/drawing/2014/main" id="{8D6A4121-CA17-FF3B-4159-7356121FDC53}"/>
              </a:ext>
            </a:extLst>
          </p:cNvPr>
          <p:cNvSpPr>
            <a:spLocks noGrp="1" noChangeArrowheads="1"/>
          </p:cNvSpPr>
          <p:nvPr>
            <p:ph type="body" idx="1"/>
          </p:nvPr>
        </p:nvSpPr>
        <p:spPr/>
        <p:txBody>
          <a:bodyPr/>
          <a:lstStyle/>
          <a:p>
            <a:endParaRPr lang="en-US"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1832D4A-BA3D-66E4-C1FF-50291A40A32A}"/>
              </a:ext>
            </a:extLst>
          </p:cNvPr>
          <p:cNvSpPr>
            <a:spLocks noGrp="1" noChangeArrowheads="1"/>
          </p:cNvSpPr>
          <p:nvPr>
            <p:ph type="sldNum" sz="quarter" idx="5"/>
          </p:nvPr>
        </p:nvSpPr>
        <p:spPr>
          <a:ln/>
        </p:spPr>
        <p:txBody>
          <a:bodyPr/>
          <a:lstStyle/>
          <a:p>
            <a:fld id="{73ACA55B-A074-4EF7-B13D-5B413D277F28}" type="slidenum">
              <a:rPr lang="en-US" altLang="en-US"/>
              <a:pPr/>
              <a:t>5</a:t>
            </a:fld>
            <a:endParaRPr lang="en-US" altLang="en-US" dirty="0"/>
          </a:p>
        </p:txBody>
      </p:sp>
      <p:sp>
        <p:nvSpPr>
          <p:cNvPr id="358402" name="Rectangle 2">
            <a:extLst>
              <a:ext uri="{FF2B5EF4-FFF2-40B4-BE49-F238E27FC236}">
                <a16:creationId xmlns:a16="http://schemas.microsoft.com/office/drawing/2014/main" id="{7F90D960-5904-FAFD-48AE-2D9D8085807E}"/>
              </a:ext>
            </a:extLst>
          </p:cNvPr>
          <p:cNvSpPr>
            <a:spLocks noGrp="1" noRot="1" noChangeAspect="1" noChangeArrowheads="1" noTextEdit="1"/>
          </p:cNvSpPr>
          <p:nvPr>
            <p:ph type="sldImg"/>
          </p:nvPr>
        </p:nvSpPr>
        <p:spPr>
          <a:ln/>
        </p:spPr>
      </p:sp>
      <p:sp>
        <p:nvSpPr>
          <p:cNvPr id="358403" name="Rectangle 3">
            <a:extLst>
              <a:ext uri="{FF2B5EF4-FFF2-40B4-BE49-F238E27FC236}">
                <a16:creationId xmlns:a16="http://schemas.microsoft.com/office/drawing/2014/main" id="{9D3E623D-CE42-E126-3369-F136CE06477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3776941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1832D4A-BA3D-66E4-C1FF-50291A40A32A}"/>
              </a:ext>
            </a:extLst>
          </p:cNvPr>
          <p:cNvSpPr>
            <a:spLocks noGrp="1" noChangeArrowheads="1"/>
          </p:cNvSpPr>
          <p:nvPr>
            <p:ph type="sldNum" sz="quarter" idx="5"/>
          </p:nvPr>
        </p:nvSpPr>
        <p:spPr>
          <a:ln/>
        </p:spPr>
        <p:txBody>
          <a:bodyPr/>
          <a:lstStyle/>
          <a:p>
            <a:fld id="{73ACA55B-A074-4EF7-B13D-5B413D277F28}" type="slidenum">
              <a:rPr lang="en-US" altLang="en-US"/>
              <a:pPr/>
              <a:t>6</a:t>
            </a:fld>
            <a:endParaRPr lang="en-US" altLang="en-US" dirty="0"/>
          </a:p>
        </p:txBody>
      </p:sp>
      <p:sp>
        <p:nvSpPr>
          <p:cNvPr id="358402" name="Rectangle 2">
            <a:extLst>
              <a:ext uri="{FF2B5EF4-FFF2-40B4-BE49-F238E27FC236}">
                <a16:creationId xmlns:a16="http://schemas.microsoft.com/office/drawing/2014/main" id="{7F90D960-5904-FAFD-48AE-2D9D8085807E}"/>
              </a:ext>
            </a:extLst>
          </p:cNvPr>
          <p:cNvSpPr>
            <a:spLocks noGrp="1" noRot="1" noChangeAspect="1" noChangeArrowheads="1" noTextEdit="1"/>
          </p:cNvSpPr>
          <p:nvPr>
            <p:ph type="sldImg"/>
          </p:nvPr>
        </p:nvSpPr>
        <p:spPr>
          <a:ln/>
        </p:spPr>
      </p:sp>
      <p:sp>
        <p:nvSpPr>
          <p:cNvPr id="358403" name="Rectangle 3">
            <a:extLst>
              <a:ext uri="{FF2B5EF4-FFF2-40B4-BE49-F238E27FC236}">
                <a16:creationId xmlns:a16="http://schemas.microsoft.com/office/drawing/2014/main" id="{9D3E623D-CE42-E126-3369-F136CE06477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37491305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1832D4A-BA3D-66E4-C1FF-50291A40A32A}"/>
              </a:ext>
            </a:extLst>
          </p:cNvPr>
          <p:cNvSpPr>
            <a:spLocks noGrp="1" noChangeArrowheads="1"/>
          </p:cNvSpPr>
          <p:nvPr>
            <p:ph type="sldNum" sz="quarter" idx="5"/>
          </p:nvPr>
        </p:nvSpPr>
        <p:spPr>
          <a:ln/>
        </p:spPr>
        <p:txBody>
          <a:bodyPr/>
          <a:lstStyle/>
          <a:p>
            <a:fld id="{73ACA55B-A074-4EF7-B13D-5B413D277F28}" type="slidenum">
              <a:rPr lang="en-US" altLang="en-US"/>
              <a:pPr/>
              <a:t>7</a:t>
            </a:fld>
            <a:endParaRPr lang="en-US" altLang="en-US" dirty="0"/>
          </a:p>
        </p:txBody>
      </p:sp>
      <p:sp>
        <p:nvSpPr>
          <p:cNvPr id="358402" name="Rectangle 2">
            <a:extLst>
              <a:ext uri="{FF2B5EF4-FFF2-40B4-BE49-F238E27FC236}">
                <a16:creationId xmlns:a16="http://schemas.microsoft.com/office/drawing/2014/main" id="{7F90D960-5904-FAFD-48AE-2D9D8085807E}"/>
              </a:ext>
            </a:extLst>
          </p:cNvPr>
          <p:cNvSpPr>
            <a:spLocks noGrp="1" noRot="1" noChangeAspect="1" noChangeArrowheads="1" noTextEdit="1"/>
          </p:cNvSpPr>
          <p:nvPr>
            <p:ph type="sldImg"/>
          </p:nvPr>
        </p:nvSpPr>
        <p:spPr>
          <a:ln/>
        </p:spPr>
      </p:sp>
      <p:sp>
        <p:nvSpPr>
          <p:cNvPr id="358403" name="Rectangle 3">
            <a:extLst>
              <a:ext uri="{FF2B5EF4-FFF2-40B4-BE49-F238E27FC236}">
                <a16:creationId xmlns:a16="http://schemas.microsoft.com/office/drawing/2014/main" id="{9D3E623D-CE42-E126-3369-F136CE06477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6001625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DDBC330-0BAF-CCAD-763D-1706B866D21A}"/>
              </a:ext>
            </a:extLst>
          </p:cNvPr>
          <p:cNvSpPr>
            <a:spLocks noGrp="1" noChangeArrowheads="1"/>
          </p:cNvSpPr>
          <p:nvPr>
            <p:ph type="sldNum" sz="quarter" idx="5"/>
          </p:nvPr>
        </p:nvSpPr>
        <p:spPr>
          <a:ln/>
        </p:spPr>
        <p:txBody>
          <a:bodyPr/>
          <a:lstStyle/>
          <a:p>
            <a:fld id="{19908943-47B7-4520-9AA4-137B3A296DAA}" type="slidenum">
              <a:rPr lang="en-US" altLang="en-US"/>
              <a:pPr/>
              <a:t>8</a:t>
            </a:fld>
            <a:endParaRPr lang="en-US" altLang="en-US" dirty="0"/>
          </a:p>
        </p:txBody>
      </p:sp>
      <p:sp>
        <p:nvSpPr>
          <p:cNvPr id="357378" name="Rectangle 2">
            <a:extLst>
              <a:ext uri="{FF2B5EF4-FFF2-40B4-BE49-F238E27FC236}">
                <a16:creationId xmlns:a16="http://schemas.microsoft.com/office/drawing/2014/main" id="{F9E49D91-4076-2500-ABCE-8688CFFAFAF3}"/>
              </a:ext>
            </a:extLst>
          </p:cNvPr>
          <p:cNvSpPr>
            <a:spLocks noGrp="1" noRot="1" noChangeAspect="1" noChangeArrowheads="1" noTextEdit="1"/>
          </p:cNvSpPr>
          <p:nvPr>
            <p:ph type="sldImg"/>
          </p:nvPr>
        </p:nvSpPr>
        <p:spPr>
          <a:ln/>
        </p:spPr>
      </p:sp>
      <p:sp>
        <p:nvSpPr>
          <p:cNvPr id="357379" name="Rectangle 3">
            <a:extLst>
              <a:ext uri="{FF2B5EF4-FFF2-40B4-BE49-F238E27FC236}">
                <a16:creationId xmlns:a16="http://schemas.microsoft.com/office/drawing/2014/main" id="{8D6A4121-CA17-FF3B-4159-7356121FDC53}"/>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24306157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1832D4A-BA3D-66E4-C1FF-50291A40A32A}"/>
              </a:ext>
            </a:extLst>
          </p:cNvPr>
          <p:cNvSpPr>
            <a:spLocks noGrp="1" noChangeArrowheads="1"/>
          </p:cNvSpPr>
          <p:nvPr>
            <p:ph type="sldNum" sz="quarter" idx="5"/>
          </p:nvPr>
        </p:nvSpPr>
        <p:spPr>
          <a:ln/>
        </p:spPr>
        <p:txBody>
          <a:bodyPr/>
          <a:lstStyle/>
          <a:p>
            <a:fld id="{73ACA55B-A074-4EF7-B13D-5B413D277F28}" type="slidenum">
              <a:rPr lang="en-US" altLang="en-US"/>
              <a:pPr/>
              <a:t>9</a:t>
            </a:fld>
            <a:endParaRPr lang="en-US" altLang="en-US" dirty="0"/>
          </a:p>
        </p:txBody>
      </p:sp>
      <p:sp>
        <p:nvSpPr>
          <p:cNvPr id="358402" name="Rectangle 2">
            <a:extLst>
              <a:ext uri="{FF2B5EF4-FFF2-40B4-BE49-F238E27FC236}">
                <a16:creationId xmlns:a16="http://schemas.microsoft.com/office/drawing/2014/main" id="{7F90D960-5904-FAFD-48AE-2D9D8085807E}"/>
              </a:ext>
            </a:extLst>
          </p:cNvPr>
          <p:cNvSpPr>
            <a:spLocks noGrp="1" noRot="1" noChangeAspect="1" noChangeArrowheads="1" noTextEdit="1"/>
          </p:cNvSpPr>
          <p:nvPr>
            <p:ph type="sldImg"/>
          </p:nvPr>
        </p:nvSpPr>
        <p:spPr>
          <a:ln/>
        </p:spPr>
      </p:sp>
      <p:sp>
        <p:nvSpPr>
          <p:cNvPr id="358403" name="Rectangle 3">
            <a:extLst>
              <a:ext uri="{FF2B5EF4-FFF2-40B4-BE49-F238E27FC236}">
                <a16:creationId xmlns:a16="http://schemas.microsoft.com/office/drawing/2014/main" id="{9D3E623D-CE42-E126-3369-F136CE06477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16932595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1832D4A-BA3D-66E4-C1FF-50291A40A32A}"/>
              </a:ext>
            </a:extLst>
          </p:cNvPr>
          <p:cNvSpPr>
            <a:spLocks noGrp="1" noChangeArrowheads="1"/>
          </p:cNvSpPr>
          <p:nvPr>
            <p:ph type="sldNum" sz="quarter" idx="5"/>
          </p:nvPr>
        </p:nvSpPr>
        <p:spPr>
          <a:ln/>
        </p:spPr>
        <p:txBody>
          <a:bodyPr/>
          <a:lstStyle/>
          <a:p>
            <a:fld id="{73ACA55B-A074-4EF7-B13D-5B413D277F28}" type="slidenum">
              <a:rPr lang="en-US" altLang="en-US"/>
              <a:pPr/>
              <a:t>10</a:t>
            </a:fld>
            <a:endParaRPr lang="en-US" altLang="en-US" dirty="0"/>
          </a:p>
        </p:txBody>
      </p:sp>
      <p:sp>
        <p:nvSpPr>
          <p:cNvPr id="358402" name="Rectangle 2">
            <a:extLst>
              <a:ext uri="{FF2B5EF4-FFF2-40B4-BE49-F238E27FC236}">
                <a16:creationId xmlns:a16="http://schemas.microsoft.com/office/drawing/2014/main" id="{7F90D960-5904-FAFD-48AE-2D9D8085807E}"/>
              </a:ext>
            </a:extLst>
          </p:cNvPr>
          <p:cNvSpPr>
            <a:spLocks noGrp="1" noRot="1" noChangeAspect="1" noChangeArrowheads="1" noTextEdit="1"/>
          </p:cNvSpPr>
          <p:nvPr>
            <p:ph type="sldImg"/>
          </p:nvPr>
        </p:nvSpPr>
        <p:spPr>
          <a:ln/>
        </p:spPr>
      </p:sp>
      <p:sp>
        <p:nvSpPr>
          <p:cNvPr id="358403" name="Rectangle 3">
            <a:extLst>
              <a:ext uri="{FF2B5EF4-FFF2-40B4-BE49-F238E27FC236}">
                <a16:creationId xmlns:a16="http://schemas.microsoft.com/office/drawing/2014/main" id="{9D3E623D-CE42-E126-3369-F136CE06477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42056543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1832D4A-BA3D-66E4-C1FF-50291A40A32A}"/>
              </a:ext>
            </a:extLst>
          </p:cNvPr>
          <p:cNvSpPr>
            <a:spLocks noGrp="1" noChangeArrowheads="1"/>
          </p:cNvSpPr>
          <p:nvPr>
            <p:ph type="sldNum" sz="quarter" idx="5"/>
          </p:nvPr>
        </p:nvSpPr>
        <p:spPr>
          <a:ln/>
        </p:spPr>
        <p:txBody>
          <a:bodyPr/>
          <a:lstStyle/>
          <a:p>
            <a:fld id="{73ACA55B-A074-4EF7-B13D-5B413D277F28}" type="slidenum">
              <a:rPr lang="en-US" altLang="en-US"/>
              <a:pPr/>
              <a:t>11</a:t>
            </a:fld>
            <a:endParaRPr lang="en-US" altLang="en-US" dirty="0"/>
          </a:p>
        </p:txBody>
      </p:sp>
      <p:sp>
        <p:nvSpPr>
          <p:cNvPr id="358402" name="Rectangle 2">
            <a:extLst>
              <a:ext uri="{FF2B5EF4-FFF2-40B4-BE49-F238E27FC236}">
                <a16:creationId xmlns:a16="http://schemas.microsoft.com/office/drawing/2014/main" id="{7F90D960-5904-FAFD-48AE-2D9D8085807E}"/>
              </a:ext>
            </a:extLst>
          </p:cNvPr>
          <p:cNvSpPr>
            <a:spLocks noGrp="1" noRot="1" noChangeAspect="1" noChangeArrowheads="1" noTextEdit="1"/>
          </p:cNvSpPr>
          <p:nvPr>
            <p:ph type="sldImg"/>
          </p:nvPr>
        </p:nvSpPr>
        <p:spPr>
          <a:ln/>
        </p:spPr>
      </p:sp>
      <p:sp>
        <p:nvSpPr>
          <p:cNvPr id="358403" name="Rectangle 3">
            <a:extLst>
              <a:ext uri="{FF2B5EF4-FFF2-40B4-BE49-F238E27FC236}">
                <a16:creationId xmlns:a16="http://schemas.microsoft.com/office/drawing/2014/main" id="{9D3E623D-CE42-E126-3369-F136CE06477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15423804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1832D4A-BA3D-66E4-C1FF-50291A40A32A}"/>
              </a:ext>
            </a:extLst>
          </p:cNvPr>
          <p:cNvSpPr>
            <a:spLocks noGrp="1" noChangeArrowheads="1"/>
          </p:cNvSpPr>
          <p:nvPr>
            <p:ph type="sldNum" sz="quarter" idx="5"/>
          </p:nvPr>
        </p:nvSpPr>
        <p:spPr>
          <a:ln/>
        </p:spPr>
        <p:txBody>
          <a:bodyPr/>
          <a:lstStyle/>
          <a:p>
            <a:fld id="{73ACA55B-A074-4EF7-B13D-5B413D277F28}" type="slidenum">
              <a:rPr lang="en-US" altLang="en-US"/>
              <a:pPr/>
              <a:t>12</a:t>
            </a:fld>
            <a:endParaRPr lang="en-US" altLang="en-US" dirty="0"/>
          </a:p>
        </p:txBody>
      </p:sp>
      <p:sp>
        <p:nvSpPr>
          <p:cNvPr id="358402" name="Rectangle 2">
            <a:extLst>
              <a:ext uri="{FF2B5EF4-FFF2-40B4-BE49-F238E27FC236}">
                <a16:creationId xmlns:a16="http://schemas.microsoft.com/office/drawing/2014/main" id="{7F90D960-5904-FAFD-48AE-2D9D8085807E}"/>
              </a:ext>
            </a:extLst>
          </p:cNvPr>
          <p:cNvSpPr>
            <a:spLocks noGrp="1" noRot="1" noChangeAspect="1" noChangeArrowheads="1" noTextEdit="1"/>
          </p:cNvSpPr>
          <p:nvPr>
            <p:ph type="sldImg"/>
          </p:nvPr>
        </p:nvSpPr>
        <p:spPr>
          <a:ln/>
        </p:spPr>
      </p:sp>
      <p:sp>
        <p:nvSpPr>
          <p:cNvPr id="358403" name="Rectangle 3">
            <a:extLst>
              <a:ext uri="{FF2B5EF4-FFF2-40B4-BE49-F238E27FC236}">
                <a16:creationId xmlns:a16="http://schemas.microsoft.com/office/drawing/2014/main" id="{9D3E623D-CE42-E126-3369-F136CE06477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12157901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1832D4A-BA3D-66E4-C1FF-50291A40A32A}"/>
              </a:ext>
            </a:extLst>
          </p:cNvPr>
          <p:cNvSpPr>
            <a:spLocks noGrp="1" noChangeArrowheads="1"/>
          </p:cNvSpPr>
          <p:nvPr>
            <p:ph type="sldNum" sz="quarter" idx="5"/>
          </p:nvPr>
        </p:nvSpPr>
        <p:spPr>
          <a:ln/>
        </p:spPr>
        <p:txBody>
          <a:bodyPr/>
          <a:lstStyle/>
          <a:p>
            <a:fld id="{73ACA55B-A074-4EF7-B13D-5B413D277F28}" type="slidenum">
              <a:rPr lang="en-US" altLang="en-US"/>
              <a:pPr/>
              <a:t>13</a:t>
            </a:fld>
            <a:endParaRPr lang="en-US" altLang="en-US" dirty="0"/>
          </a:p>
        </p:txBody>
      </p:sp>
      <p:sp>
        <p:nvSpPr>
          <p:cNvPr id="358402" name="Rectangle 2">
            <a:extLst>
              <a:ext uri="{FF2B5EF4-FFF2-40B4-BE49-F238E27FC236}">
                <a16:creationId xmlns:a16="http://schemas.microsoft.com/office/drawing/2014/main" id="{7F90D960-5904-FAFD-48AE-2D9D8085807E}"/>
              </a:ext>
            </a:extLst>
          </p:cNvPr>
          <p:cNvSpPr>
            <a:spLocks noGrp="1" noRot="1" noChangeAspect="1" noChangeArrowheads="1" noTextEdit="1"/>
          </p:cNvSpPr>
          <p:nvPr>
            <p:ph type="sldImg"/>
          </p:nvPr>
        </p:nvSpPr>
        <p:spPr>
          <a:ln/>
        </p:spPr>
      </p:sp>
      <p:sp>
        <p:nvSpPr>
          <p:cNvPr id="358403" name="Rectangle 3">
            <a:extLst>
              <a:ext uri="{FF2B5EF4-FFF2-40B4-BE49-F238E27FC236}">
                <a16:creationId xmlns:a16="http://schemas.microsoft.com/office/drawing/2014/main" id="{9D3E623D-CE42-E126-3369-F136CE06477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13901769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1832D4A-BA3D-66E4-C1FF-50291A40A32A}"/>
              </a:ext>
            </a:extLst>
          </p:cNvPr>
          <p:cNvSpPr>
            <a:spLocks noGrp="1" noChangeArrowheads="1"/>
          </p:cNvSpPr>
          <p:nvPr>
            <p:ph type="sldNum" sz="quarter" idx="5"/>
          </p:nvPr>
        </p:nvSpPr>
        <p:spPr>
          <a:ln/>
        </p:spPr>
        <p:txBody>
          <a:bodyPr/>
          <a:lstStyle/>
          <a:p>
            <a:fld id="{73ACA55B-A074-4EF7-B13D-5B413D277F28}" type="slidenum">
              <a:rPr lang="en-US" altLang="en-US"/>
              <a:pPr/>
              <a:t>14</a:t>
            </a:fld>
            <a:endParaRPr lang="en-US" altLang="en-US" dirty="0"/>
          </a:p>
        </p:txBody>
      </p:sp>
      <p:sp>
        <p:nvSpPr>
          <p:cNvPr id="358402" name="Rectangle 2">
            <a:extLst>
              <a:ext uri="{FF2B5EF4-FFF2-40B4-BE49-F238E27FC236}">
                <a16:creationId xmlns:a16="http://schemas.microsoft.com/office/drawing/2014/main" id="{7F90D960-5904-FAFD-48AE-2D9D8085807E}"/>
              </a:ext>
            </a:extLst>
          </p:cNvPr>
          <p:cNvSpPr>
            <a:spLocks noGrp="1" noRot="1" noChangeAspect="1" noChangeArrowheads="1" noTextEdit="1"/>
          </p:cNvSpPr>
          <p:nvPr>
            <p:ph type="sldImg"/>
          </p:nvPr>
        </p:nvSpPr>
        <p:spPr>
          <a:ln/>
        </p:spPr>
      </p:sp>
      <p:sp>
        <p:nvSpPr>
          <p:cNvPr id="358403" name="Rectangle 3">
            <a:extLst>
              <a:ext uri="{FF2B5EF4-FFF2-40B4-BE49-F238E27FC236}">
                <a16:creationId xmlns:a16="http://schemas.microsoft.com/office/drawing/2014/main" id="{9D3E623D-CE42-E126-3369-F136CE06477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5882312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1832D4A-BA3D-66E4-C1FF-50291A40A32A}"/>
              </a:ext>
            </a:extLst>
          </p:cNvPr>
          <p:cNvSpPr>
            <a:spLocks noGrp="1" noChangeArrowheads="1"/>
          </p:cNvSpPr>
          <p:nvPr>
            <p:ph type="sldNum" sz="quarter" idx="5"/>
          </p:nvPr>
        </p:nvSpPr>
        <p:spPr>
          <a:ln/>
        </p:spPr>
        <p:txBody>
          <a:bodyPr/>
          <a:lstStyle/>
          <a:p>
            <a:fld id="{73ACA55B-A074-4EF7-B13D-5B413D277F28}" type="slidenum">
              <a:rPr lang="en-US" altLang="en-US"/>
              <a:pPr/>
              <a:t>15</a:t>
            </a:fld>
            <a:endParaRPr lang="en-US" altLang="en-US" dirty="0"/>
          </a:p>
        </p:txBody>
      </p:sp>
      <p:sp>
        <p:nvSpPr>
          <p:cNvPr id="358402" name="Rectangle 2">
            <a:extLst>
              <a:ext uri="{FF2B5EF4-FFF2-40B4-BE49-F238E27FC236}">
                <a16:creationId xmlns:a16="http://schemas.microsoft.com/office/drawing/2014/main" id="{7F90D960-5904-FAFD-48AE-2D9D8085807E}"/>
              </a:ext>
            </a:extLst>
          </p:cNvPr>
          <p:cNvSpPr>
            <a:spLocks noGrp="1" noRot="1" noChangeAspect="1" noChangeArrowheads="1" noTextEdit="1"/>
          </p:cNvSpPr>
          <p:nvPr>
            <p:ph type="sldImg"/>
          </p:nvPr>
        </p:nvSpPr>
        <p:spPr>
          <a:ln/>
        </p:spPr>
      </p:sp>
      <p:sp>
        <p:nvSpPr>
          <p:cNvPr id="358403" name="Rectangle 3">
            <a:extLst>
              <a:ext uri="{FF2B5EF4-FFF2-40B4-BE49-F238E27FC236}">
                <a16:creationId xmlns:a16="http://schemas.microsoft.com/office/drawing/2014/main" id="{9D3E623D-CE42-E126-3369-F136CE06477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23742723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1832D4A-BA3D-66E4-C1FF-50291A40A32A}"/>
              </a:ext>
            </a:extLst>
          </p:cNvPr>
          <p:cNvSpPr>
            <a:spLocks noGrp="1" noChangeArrowheads="1"/>
          </p:cNvSpPr>
          <p:nvPr>
            <p:ph type="sldNum" sz="quarter" idx="5"/>
          </p:nvPr>
        </p:nvSpPr>
        <p:spPr>
          <a:ln/>
        </p:spPr>
        <p:txBody>
          <a:bodyPr/>
          <a:lstStyle/>
          <a:p>
            <a:fld id="{73ACA55B-A074-4EF7-B13D-5B413D277F28}" type="slidenum">
              <a:rPr lang="en-US" altLang="en-US"/>
              <a:pPr/>
              <a:t>16</a:t>
            </a:fld>
            <a:endParaRPr lang="en-US" altLang="en-US" dirty="0"/>
          </a:p>
        </p:txBody>
      </p:sp>
      <p:sp>
        <p:nvSpPr>
          <p:cNvPr id="358402" name="Rectangle 2">
            <a:extLst>
              <a:ext uri="{FF2B5EF4-FFF2-40B4-BE49-F238E27FC236}">
                <a16:creationId xmlns:a16="http://schemas.microsoft.com/office/drawing/2014/main" id="{7F90D960-5904-FAFD-48AE-2D9D8085807E}"/>
              </a:ext>
            </a:extLst>
          </p:cNvPr>
          <p:cNvSpPr>
            <a:spLocks noGrp="1" noRot="1" noChangeAspect="1" noChangeArrowheads="1" noTextEdit="1"/>
          </p:cNvSpPr>
          <p:nvPr>
            <p:ph type="sldImg"/>
          </p:nvPr>
        </p:nvSpPr>
        <p:spPr>
          <a:ln/>
        </p:spPr>
      </p:sp>
      <p:sp>
        <p:nvSpPr>
          <p:cNvPr id="358403" name="Rectangle 3">
            <a:extLst>
              <a:ext uri="{FF2B5EF4-FFF2-40B4-BE49-F238E27FC236}">
                <a16:creationId xmlns:a16="http://schemas.microsoft.com/office/drawing/2014/main" id="{9D3E623D-CE42-E126-3369-F136CE06477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20833892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1832D4A-BA3D-66E4-C1FF-50291A40A32A}"/>
              </a:ext>
            </a:extLst>
          </p:cNvPr>
          <p:cNvSpPr>
            <a:spLocks noGrp="1" noChangeArrowheads="1"/>
          </p:cNvSpPr>
          <p:nvPr>
            <p:ph type="sldNum" sz="quarter" idx="5"/>
          </p:nvPr>
        </p:nvSpPr>
        <p:spPr>
          <a:ln/>
        </p:spPr>
        <p:txBody>
          <a:bodyPr/>
          <a:lstStyle/>
          <a:p>
            <a:fld id="{73ACA55B-A074-4EF7-B13D-5B413D277F28}" type="slidenum">
              <a:rPr lang="en-US" altLang="en-US"/>
              <a:pPr/>
              <a:t>17</a:t>
            </a:fld>
            <a:endParaRPr lang="en-US" altLang="en-US" dirty="0"/>
          </a:p>
        </p:txBody>
      </p:sp>
      <p:sp>
        <p:nvSpPr>
          <p:cNvPr id="358402" name="Rectangle 2">
            <a:extLst>
              <a:ext uri="{FF2B5EF4-FFF2-40B4-BE49-F238E27FC236}">
                <a16:creationId xmlns:a16="http://schemas.microsoft.com/office/drawing/2014/main" id="{7F90D960-5904-FAFD-48AE-2D9D8085807E}"/>
              </a:ext>
            </a:extLst>
          </p:cNvPr>
          <p:cNvSpPr>
            <a:spLocks noGrp="1" noRot="1" noChangeAspect="1" noChangeArrowheads="1" noTextEdit="1"/>
          </p:cNvSpPr>
          <p:nvPr>
            <p:ph type="sldImg"/>
          </p:nvPr>
        </p:nvSpPr>
        <p:spPr>
          <a:ln/>
        </p:spPr>
      </p:sp>
      <p:sp>
        <p:nvSpPr>
          <p:cNvPr id="358403" name="Rectangle 3">
            <a:extLst>
              <a:ext uri="{FF2B5EF4-FFF2-40B4-BE49-F238E27FC236}">
                <a16:creationId xmlns:a16="http://schemas.microsoft.com/office/drawing/2014/main" id="{9D3E623D-CE42-E126-3369-F136CE06477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2911171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1832D4A-BA3D-66E4-C1FF-50291A40A32A}"/>
              </a:ext>
            </a:extLst>
          </p:cNvPr>
          <p:cNvSpPr>
            <a:spLocks noGrp="1" noChangeArrowheads="1"/>
          </p:cNvSpPr>
          <p:nvPr>
            <p:ph type="sldNum" sz="quarter" idx="5"/>
          </p:nvPr>
        </p:nvSpPr>
        <p:spPr>
          <a:ln/>
        </p:spPr>
        <p:txBody>
          <a:bodyPr/>
          <a:lstStyle/>
          <a:p>
            <a:fld id="{73ACA55B-A074-4EF7-B13D-5B413D277F28}" type="slidenum">
              <a:rPr lang="en-US" altLang="en-US"/>
              <a:pPr/>
              <a:t>18</a:t>
            </a:fld>
            <a:endParaRPr lang="en-US" altLang="en-US" dirty="0"/>
          </a:p>
        </p:txBody>
      </p:sp>
      <p:sp>
        <p:nvSpPr>
          <p:cNvPr id="358402" name="Rectangle 2">
            <a:extLst>
              <a:ext uri="{FF2B5EF4-FFF2-40B4-BE49-F238E27FC236}">
                <a16:creationId xmlns:a16="http://schemas.microsoft.com/office/drawing/2014/main" id="{7F90D960-5904-FAFD-48AE-2D9D8085807E}"/>
              </a:ext>
            </a:extLst>
          </p:cNvPr>
          <p:cNvSpPr>
            <a:spLocks noGrp="1" noRot="1" noChangeAspect="1" noChangeArrowheads="1" noTextEdit="1"/>
          </p:cNvSpPr>
          <p:nvPr>
            <p:ph type="sldImg"/>
          </p:nvPr>
        </p:nvSpPr>
        <p:spPr>
          <a:ln/>
        </p:spPr>
      </p:sp>
      <p:sp>
        <p:nvSpPr>
          <p:cNvPr id="358403" name="Rectangle 3">
            <a:extLst>
              <a:ext uri="{FF2B5EF4-FFF2-40B4-BE49-F238E27FC236}">
                <a16:creationId xmlns:a16="http://schemas.microsoft.com/office/drawing/2014/main" id="{9D3E623D-CE42-E126-3369-F136CE06477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19949158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1832D4A-BA3D-66E4-C1FF-50291A40A32A}"/>
              </a:ext>
            </a:extLst>
          </p:cNvPr>
          <p:cNvSpPr>
            <a:spLocks noGrp="1" noChangeArrowheads="1"/>
          </p:cNvSpPr>
          <p:nvPr>
            <p:ph type="sldNum" sz="quarter" idx="5"/>
          </p:nvPr>
        </p:nvSpPr>
        <p:spPr>
          <a:ln/>
        </p:spPr>
        <p:txBody>
          <a:bodyPr/>
          <a:lstStyle/>
          <a:p>
            <a:fld id="{73ACA55B-A074-4EF7-B13D-5B413D277F28}" type="slidenum">
              <a:rPr lang="en-US" altLang="en-US"/>
              <a:pPr/>
              <a:t>19</a:t>
            </a:fld>
            <a:endParaRPr lang="en-US" altLang="en-US" dirty="0"/>
          </a:p>
        </p:txBody>
      </p:sp>
      <p:sp>
        <p:nvSpPr>
          <p:cNvPr id="358402" name="Rectangle 2">
            <a:extLst>
              <a:ext uri="{FF2B5EF4-FFF2-40B4-BE49-F238E27FC236}">
                <a16:creationId xmlns:a16="http://schemas.microsoft.com/office/drawing/2014/main" id="{7F90D960-5904-FAFD-48AE-2D9D8085807E}"/>
              </a:ext>
            </a:extLst>
          </p:cNvPr>
          <p:cNvSpPr>
            <a:spLocks noGrp="1" noRot="1" noChangeAspect="1" noChangeArrowheads="1" noTextEdit="1"/>
          </p:cNvSpPr>
          <p:nvPr>
            <p:ph type="sldImg"/>
          </p:nvPr>
        </p:nvSpPr>
        <p:spPr>
          <a:ln/>
        </p:spPr>
      </p:sp>
      <p:sp>
        <p:nvSpPr>
          <p:cNvPr id="358403" name="Rectangle 3">
            <a:extLst>
              <a:ext uri="{FF2B5EF4-FFF2-40B4-BE49-F238E27FC236}">
                <a16:creationId xmlns:a16="http://schemas.microsoft.com/office/drawing/2014/main" id="{9D3E623D-CE42-E126-3369-F136CE06477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19407315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5F19E957-E270-83BB-96CA-40D0CCA9632F}"/>
              </a:ext>
            </a:extLst>
          </p:cNvPr>
          <p:cNvSpPr>
            <a:spLocks noGrp="1" noChangeArrowheads="1"/>
          </p:cNvSpPr>
          <p:nvPr>
            <p:ph type="ctrTitle"/>
          </p:nvPr>
        </p:nvSpPr>
        <p:spPr>
          <a:xfrm>
            <a:off x="1979613" y="4941888"/>
            <a:ext cx="6048375" cy="750887"/>
          </a:xfrm>
        </p:spPr>
        <p:txBody>
          <a:bodyPr/>
          <a:lstStyle>
            <a:lvl1pPr>
              <a:defRPr sz="2800" b="1"/>
            </a:lvl1pPr>
          </a:lstStyle>
          <a:p>
            <a:pPr lvl="0"/>
            <a:r>
              <a:rPr lang="en-US" altLang="en-US" noProof="0"/>
              <a:t>Click to edit Master title style</a:t>
            </a:r>
            <a:endParaRPr lang="ru-RU" altLang="en-US" noProof="0"/>
          </a:p>
        </p:txBody>
      </p:sp>
      <p:sp>
        <p:nvSpPr>
          <p:cNvPr id="5123" name="Rectangle 3">
            <a:extLst>
              <a:ext uri="{FF2B5EF4-FFF2-40B4-BE49-F238E27FC236}">
                <a16:creationId xmlns:a16="http://schemas.microsoft.com/office/drawing/2014/main" id="{8E86E650-3071-7476-64C7-7637BA7B5609}"/>
              </a:ext>
            </a:extLst>
          </p:cNvPr>
          <p:cNvSpPr>
            <a:spLocks noGrp="1" noChangeArrowheads="1"/>
          </p:cNvSpPr>
          <p:nvPr>
            <p:ph type="subTitle" idx="1"/>
          </p:nvPr>
        </p:nvSpPr>
        <p:spPr>
          <a:xfrm>
            <a:off x="1979613" y="5662613"/>
            <a:ext cx="6048375" cy="503237"/>
          </a:xfrm>
          <a:extLst>
            <a:ext uri="{AF507438-7753-43E0-B8FC-AC1667EBCBE1}">
              <a14:hiddenEffects xmlns:a14="http://schemas.microsoft.com/office/drawing/2010/main">
                <a:effectLst>
                  <a:outerShdw dist="17961" dir="2700000" algn="ctr" rotWithShape="0">
                    <a:schemeClr val="bg2"/>
                  </a:outerShdw>
                </a:effectLst>
              </a14:hiddenEffects>
            </a:ext>
          </a:extLst>
        </p:spPr>
        <p:txBody>
          <a:bodyPr/>
          <a:lstStyle>
            <a:lvl1pPr marL="0" indent="0">
              <a:buFontTx/>
              <a:buNone/>
              <a:defRPr sz="2400" b="1"/>
            </a:lvl1pPr>
          </a:lstStyle>
          <a:p>
            <a:pPr lvl="0"/>
            <a:r>
              <a:rPr lang="en-US" altLang="en-US" noProof="0"/>
              <a:t>Click to edit Master subtitle style</a:t>
            </a:r>
            <a:endParaRPr lang="ru-RU" altLang="en-US" noProof="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A8FAE-3039-6D65-C88E-3A1D9DAB1924}"/>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D516D254-94C9-FB1C-F18A-FFD8F46D6E5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Tree>
    <p:extLst>
      <p:ext uri="{BB962C8B-B14F-4D97-AF65-F5344CB8AC3E}">
        <p14:creationId xmlns:p14="http://schemas.microsoft.com/office/powerpoint/2010/main" val="37243826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B3465-1D1A-0A20-65B6-9F4AF499454A}"/>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PH"/>
          </a:p>
        </p:txBody>
      </p:sp>
      <p:sp>
        <p:nvSpPr>
          <p:cNvPr id="3" name="Text Placeholder 2">
            <a:extLst>
              <a:ext uri="{FF2B5EF4-FFF2-40B4-BE49-F238E27FC236}">
                <a16:creationId xmlns:a16="http://schemas.microsoft.com/office/drawing/2014/main" id="{CD9FA38C-2ABE-BCF6-11D6-0BB0B0F4154B}"/>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19957350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D71EC-160B-0617-167E-E73ECF6C3A4B}"/>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5289EF26-F8F4-034D-C1FE-4592C1DC057D}"/>
              </a:ext>
            </a:extLst>
          </p:cNvPr>
          <p:cNvSpPr>
            <a:spLocks noGrp="1"/>
          </p:cNvSpPr>
          <p:nvPr>
            <p:ph sz="half" idx="1"/>
          </p:nvPr>
        </p:nvSpPr>
        <p:spPr>
          <a:xfrm>
            <a:off x="539750" y="1700213"/>
            <a:ext cx="3667125" cy="46783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a:extLst>
              <a:ext uri="{FF2B5EF4-FFF2-40B4-BE49-F238E27FC236}">
                <a16:creationId xmlns:a16="http://schemas.microsoft.com/office/drawing/2014/main" id="{E2A01016-0C97-1157-8ABC-69FC9B0EE6CB}"/>
              </a:ext>
            </a:extLst>
          </p:cNvPr>
          <p:cNvSpPr>
            <a:spLocks noGrp="1"/>
          </p:cNvSpPr>
          <p:nvPr>
            <p:ph sz="half" idx="2"/>
          </p:nvPr>
        </p:nvSpPr>
        <p:spPr>
          <a:xfrm>
            <a:off x="4359275" y="1700213"/>
            <a:ext cx="3668713" cy="46783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Tree>
    <p:extLst>
      <p:ext uri="{BB962C8B-B14F-4D97-AF65-F5344CB8AC3E}">
        <p14:creationId xmlns:p14="http://schemas.microsoft.com/office/powerpoint/2010/main" val="920975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B36C6-AE21-8544-C962-64482332314B}"/>
              </a:ext>
            </a:extLst>
          </p:cNvPr>
          <p:cNvSpPr>
            <a:spLocks noGrp="1"/>
          </p:cNvSpPr>
          <p:nvPr>
            <p:ph type="title"/>
          </p:nvPr>
        </p:nvSpPr>
        <p:spPr>
          <a:xfrm>
            <a:off x="630238" y="365125"/>
            <a:ext cx="7886700" cy="1325563"/>
          </a:xfr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E772E416-BB31-CBEE-CE6C-55EEF8BA5074}"/>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2039F8C-31E6-3DB8-BDCB-4CC8DE8FC86A}"/>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070EA8ED-3EB6-FC06-C8EE-0BBE69EDC4F4}"/>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2F47C42-8E1B-4526-0325-0B0F68E777A2}"/>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Tree>
    <p:extLst>
      <p:ext uri="{BB962C8B-B14F-4D97-AF65-F5344CB8AC3E}">
        <p14:creationId xmlns:p14="http://schemas.microsoft.com/office/powerpoint/2010/main" val="28854359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340AA-82CC-BBE9-1641-508112FD4E3F}"/>
              </a:ext>
            </a:extLst>
          </p:cNvPr>
          <p:cNvSpPr>
            <a:spLocks noGrp="1"/>
          </p:cNvSpPr>
          <p:nvPr>
            <p:ph type="title"/>
          </p:nvPr>
        </p:nvSpPr>
        <p:spPr/>
        <p:txBody>
          <a:bodyPr/>
          <a:lstStyle/>
          <a:p>
            <a:r>
              <a:rPr lang="en-US"/>
              <a:t>Click to edit Master title style</a:t>
            </a:r>
            <a:endParaRPr lang="en-PH"/>
          </a:p>
        </p:txBody>
      </p:sp>
    </p:spTree>
    <p:extLst>
      <p:ext uri="{BB962C8B-B14F-4D97-AF65-F5344CB8AC3E}">
        <p14:creationId xmlns:p14="http://schemas.microsoft.com/office/powerpoint/2010/main" val="1659260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67716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167C1-1F3F-C120-0510-3E795E2E69F5}"/>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226AB5B0-5B9C-DD7A-2877-862C612AE7D4}"/>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BB58D299-CC3C-3C77-ED47-B88D7A3947B1}"/>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8461522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465D6-FBE6-6112-268E-E7E01173848E}"/>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9F27B496-F08C-589E-6897-BDA7D87C4B06}"/>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lang="en-PH" dirty="0"/>
          </a:p>
        </p:txBody>
      </p:sp>
      <p:sp>
        <p:nvSpPr>
          <p:cNvPr id="4" name="Text Placeholder 3">
            <a:extLst>
              <a:ext uri="{FF2B5EF4-FFF2-40B4-BE49-F238E27FC236}">
                <a16:creationId xmlns:a16="http://schemas.microsoft.com/office/drawing/2014/main" id="{1E41D0D0-475C-B03A-892D-C5E50F27FF0C}"/>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2010738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6283E-9E32-B5EB-9001-274CAE39A478}"/>
              </a:ext>
            </a:extLst>
          </p:cNvPr>
          <p:cNvSpPr>
            <a:spLocks noGrp="1"/>
          </p:cNvSpPr>
          <p:nvPr>
            <p:ph type="title"/>
          </p:nvPr>
        </p:nvSpPr>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4CD3220A-D229-33EA-253A-67A2B07003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Tree>
    <p:extLst>
      <p:ext uri="{BB962C8B-B14F-4D97-AF65-F5344CB8AC3E}">
        <p14:creationId xmlns:p14="http://schemas.microsoft.com/office/powerpoint/2010/main" val="10961631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692B2B-020B-CEA6-609E-9D465C594A8F}"/>
              </a:ext>
            </a:extLst>
          </p:cNvPr>
          <p:cNvSpPr>
            <a:spLocks noGrp="1"/>
          </p:cNvSpPr>
          <p:nvPr>
            <p:ph type="title" orient="vert"/>
          </p:nvPr>
        </p:nvSpPr>
        <p:spPr>
          <a:xfrm>
            <a:off x="6156325" y="260350"/>
            <a:ext cx="1871663" cy="6118225"/>
          </a:xfr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FF3FE3F8-865D-00E6-914F-1BD7FA34443D}"/>
              </a:ext>
            </a:extLst>
          </p:cNvPr>
          <p:cNvSpPr>
            <a:spLocks noGrp="1"/>
          </p:cNvSpPr>
          <p:nvPr>
            <p:ph type="body" orient="vert" idx="1"/>
          </p:nvPr>
        </p:nvSpPr>
        <p:spPr>
          <a:xfrm>
            <a:off x="539750" y="260350"/>
            <a:ext cx="5464175" cy="61182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Tree>
    <p:extLst>
      <p:ext uri="{BB962C8B-B14F-4D97-AF65-F5344CB8AC3E}">
        <p14:creationId xmlns:p14="http://schemas.microsoft.com/office/powerpoint/2010/main" val="2663200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05249BD1-4C76-C7AD-F514-81BD314A13C1}"/>
              </a:ext>
            </a:extLst>
          </p:cNvPr>
          <p:cNvSpPr>
            <a:spLocks noGrp="1" noChangeArrowheads="1"/>
          </p:cNvSpPr>
          <p:nvPr>
            <p:ph type="title"/>
          </p:nvPr>
        </p:nvSpPr>
        <p:spPr bwMode="auto">
          <a:xfrm>
            <a:off x="611188" y="260350"/>
            <a:ext cx="5616575"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ru-RU" altLang="en-US"/>
          </a:p>
        </p:txBody>
      </p:sp>
      <p:sp>
        <p:nvSpPr>
          <p:cNvPr id="1027" name="Rectangle 3">
            <a:extLst>
              <a:ext uri="{FF2B5EF4-FFF2-40B4-BE49-F238E27FC236}">
                <a16:creationId xmlns:a16="http://schemas.microsoft.com/office/drawing/2014/main" id="{6A058B21-44B3-E05C-A792-19CE931164A1}"/>
              </a:ext>
            </a:extLst>
          </p:cNvPr>
          <p:cNvSpPr>
            <a:spLocks noGrp="1" noChangeArrowheads="1"/>
          </p:cNvSpPr>
          <p:nvPr>
            <p:ph type="body" idx="1"/>
          </p:nvPr>
        </p:nvSpPr>
        <p:spPr bwMode="auto">
          <a:xfrm>
            <a:off x="539750" y="1700213"/>
            <a:ext cx="7488238" cy="4678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ru-RU"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fontAlgn="base" hangingPunct="1">
        <a:spcBef>
          <a:spcPct val="0"/>
        </a:spcBef>
        <a:spcAft>
          <a:spcPct val="0"/>
        </a:spcAft>
        <a:defRPr sz="3200" kern="1200">
          <a:solidFill>
            <a:schemeClr val="bg1"/>
          </a:solidFill>
          <a:latin typeface="+mj-lt"/>
          <a:ea typeface="+mj-ea"/>
          <a:cs typeface="+mj-cs"/>
        </a:defRPr>
      </a:lvl1pPr>
      <a:lvl2pPr algn="l" rtl="0" eaLnBrk="1" fontAlgn="base" hangingPunct="1">
        <a:spcBef>
          <a:spcPct val="0"/>
        </a:spcBef>
        <a:spcAft>
          <a:spcPct val="0"/>
        </a:spcAft>
        <a:defRPr sz="3200">
          <a:solidFill>
            <a:schemeClr val="bg1"/>
          </a:solidFill>
          <a:latin typeface="Arial" panose="020B0604020202020204" pitchFamily="34" charset="0"/>
        </a:defRPr>
      </a:lvl2pPr>
      <a:lvl3pPr algn="l" rtl="0" eaLnBrk="1" fontAlgn="base" hangingPunct="1">
        <a:spcBef>
          <a:spcPct val="0"/>
        </a:spcBef>
        <a:spcAft>
          <a:spcPct val="0"/>
        </a:spcAft>
        <a:defRPr sz="3200">
          <a:solidFill>
            <a:schemeClr val="bg1"/>
          </a:solidFill>
          <a:latin typeface="Arial" panose="020B0604020202020204" pitchFamily="34" charset="0"/>
        </a:defRPr>
      </a:lvl3pPr>
      <a:lvl4pPr algn="l" rtl="0" eaLnBrk="1" fontAlgn="base" hangingPunct="1">
        <a:spcBef>
          <a:spcPct val="0"/>
        </a:spcBef>
        <a:spcAft>
          <a:spcPct val="0"/>
        </a:spcAft>
        <a:defRPr sz="3200">
          <a:solidFill>
            <a:schemeClr val="bg1"/>
          </a:solidFill>
          <a:latin typeface="Arial" panose="020B0604020202020204" pitchFamily="34" charset="0"/>
        </a:defRPr>
      </a:lvl4pPr>
      <a:lvl5pPr algn="l" rtl="0" eaLnBrk="1" fontAlgn="base" hangingPunct="1">
        <a:spcBef>
          <a:spcPct val="0"/>
        </a:spcBef>
        <a:spcAft>
          <a:spcPct val="0"/>
        </a:spcAft>
        <a:defRPr sz="3200">
          <a:solidFill>
            <a:schemeClr val="bg1"/>
          </a:solidFill>
          <a:latin typeface="Arial" panose="020B0604020202020204" pitchFamily="34" charset="0"/>
        </a:defRPr>
      </a:lvl5pPr>
      <a:lvl6pPr marL="457200" algn="l" rtl="0" eaLnBrk="1" fontAlgn="base" hangingPunct="1">
        <a:spcBef>
          <a:spcPct val="0"/>
        </a:spcBef>
        <a:spcAft>
          <a:spcPct val="0"/>
        </a:spcAft>
        <a:defRPr sz="3200">
          <a:solidFill>
            <a:schemeClr val="bg1"/>
          </a:solidFill>
          <a:latin typeface="Arial" panose="020B0604020202020204" pitchFamily="34" charset="0"/>
        </a:defRPr>
      </a:lvl6pPr>
      <a:lvl7pPr marL="914400" algn="l" rtl="0" eaLnBrk="1" fontAlgn="base" hangingPunct="1">
        <a:spcBef>
          <a:spcPct val="0"/>
        </a:spcBef>
        <a:spcAft>
          <a:spcPct val="0"/>
        </a:spcAft>
        <a:defRPr sz="3200">
          <a:solidFill>
            <a:schemeClr val="bg1"/>
          </a:solidFill>
          <a:latin typeface="Arial" panose="020B0604020202020204" pitchFamily="34" charset="0"/>
        </a:defRPr>
      </a:lvl7pPr>
      <a:lvl8pPr marL="1371600" algn="l" rtl="0" eaLnBrk="1" fontAlgn="base" hangingPunct="1">
        <a:spcBef>
          <a:spcPct val="0"/>
        </a:spcBef>
        <a:spcAft>
          <a:spcPct val="0"/>
        </a:spcAft>
        <a:defRPr sz="3200">
          <a:solidFill>
            <a:schemeClr val="bg1"/>
          </a:solidFill>
          <a:latin typeface="Arial" panose="020B0604020202020204" pitchFamily="34" charset="0"/>
        </a:defRPr>
      </a:lvl8pPr>
      <a:lvl9pPr marL="1828800" algn="l" rtl="0" eaLnBrk="1" fontAlgn="base" hangingPunct="1">
        <a:spcBef>
          <a:spcPct val="0"/>
        </a:spcBef>
        <a:spcAft>
          <a:spcPct val="0"/>
        </a:spcAft>
        <a:defRPr sz="3200">
          <a:solidFill>
            <a:schemeClr val="bg1"/>
          </a:solidFill>
          <a:latin typeface="Arial" panose="020B0604020202020204" pitchFamily="34" charset="0"/>
        </a:defRPr>
      </a:lvl9pPr>
    </p:titleStyle>
    <p:bodyStyle>
      <a:lvl1pPr marL="342900" indent="-342900" algn="l" rtl="0" eaLnBrk="1" fontAlgn="base" hangingPunct="1">
        <a:spcBef>
          <a:spcPct val="20000"/>
        </a:spcBef>
        <a:spcAft>
          <a:spcPct val="0"/>
        </a:spcAft>
        <a:buChar char="•"/>
        <a:defRPr sz="2800" kern="1200">
          <a:solidFill>
            <a:schemeClr val="bg1"/>
          </a:solidFill>
          <a:latin typeface="+mn-lt"/>
          <a:ea typeface="+mn-ea"/>
          <a:cs typeface="+mn-cs"/>
        </a:defRPr>
      </a:lvl1pPr>
      <a:lvl2pPr marL="742950" indent="-285750" algn="l" rtl="0" eaLnBrk="1" fontAlgn="base" hangingPunct="1">
        <a:spcBef>
          <a:spcPct val="20000"/>
        </a:spcBef>
        <a:spcAft>
          <a:spcPct val="0"/>
        </a:spcAft>
        <a:buChar char="–"/>
        <a:defRPr sz="2400" b="1" kern="1200">
          <a:solidFill>
            <a:schemeClr val="bg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bg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5B3BF333-7662-E306-6C8E-B2A9D1B4D08D}"/>
              </a:ext>
            </a:extLst>
          </p:cNvPr>
          <p:cNvSpPr>
            <a:spLocks noGrp="1" noChangeArrowheads="1"/>
          </p:cNvSpPr>
          <p:nvPr>
            <p:ph type="ctrTitle"/>
          </p:nvPr>
        </p:nvSpPr>
        <p:spPr>
          <a:xfrm>
            <a:off x="1187624" y="548680"/>
            <a:ext cx="6768752" cy="1944216"/>
          </a:xfrm>
          <a:noFill/>
        </p:spPr>
        <p:txBody>
          <a:bodyPr/>
          <a:lstStyle/>
          <a:p>
            <a:pPr algn="ctr"/>
            <a:r>
              <a:rPr lang="en-PH" altLang="en-US" sz="4400" dirty="0">
                <a:latin typeface="Tahoma" panose="020B0604030504040204" pitchFamily="34" charset="0"/>
              </a:rPr>
              <a:t>CYBER CRIMINALS </a:t>
            </a:r>
            <a:br>
              <a:rPr lang="en-PH" altLang="en-US" sz="4400" dirty="0">
                <a:latin typeface="Tahoma" panose="020B0604030504040204" pitchFamily="34" charset="0"/>
              </a:rPr>
            </a:br>
            <a:r>
              <a:rPr lang="en-PH" altLang="en-US" sz="4400" dirty="0">
                <a:latin typeface="Tahoma" panose="020B0604030504040204" pitchFamily="34" charset="0"/>
              </a:rPr>
              <a:t>AND </a:t>
            </a:r>
            <a:br>
              <a:rPr lang="en-PH" altLang="en-US" sz="4400" dirty="0">
                <a:latin typeface="Tahoma" panose="020B0604030504040204" pitchFamily="34" charset="0"/>
              </a:rPr>
            </a:br>
            <a:r>
              <a:rPr lang="en-PH" altLang="en-US" sz="4400" dirty="0">
                <a:latin typeface="Tahoma" panose="020B0604030504040204" pitchFamily="34" charset="0"/>
              </a:rPr>
              <a:t>THE CYBERCRIME LAW</a:t>
            </a:r>
            <a:endParaRPr lang="uk-UA" altLang="en-US" sz="4400" dirty="0">
              <a:latin typeface="Tahoma" panose="020B0604030504040204" pitchFamily="34" charset="0"/>
            </a:endParaRPr>
          </a:p>
        </p:txBody>
      </p:sp>
      <p:sp>
        <p:nvSpPr>
          <p:cNvPr id="2" name="TextBox 1">
            <a:extLst>
              <a:ext uri="{FF2B5EF4-FFF2-40B4-BE49-F238E27FC236}">
                <a16:creationId xmlns:a16="http://schemas.microsoft.com/office/drawing/2014/main" id="{99E01457-217D-6C12-D1B8-7FBDF32F8F21}"/>
              </a:ext>
            </a:extLst>
          </p:cNvPr>
          <p:cNvSpPr txBox="1"/>
          <p:nvPr/>
        </p:nvSpPr>
        <p:spPr>
          <a:xfrm>
            <a:off x="4355976" y="6487318"/>
            <a:ext cx="5544616" cy="307777"/>
          </a:xfrm>
          <a:prstGeom prst="rect">
            <a:avLst/>
          </a:prstGeom>
          <a:noFill/>
        </p:spPr>
        <p:txBody>
          <a:bodyPr wrap="square" rtlCol="0">
            <a:spAutoFit/>
          </a:bodyPr>
          <a:lstStyle/>
          <a:p>
            <a:r>
              <a:rPr lang="en-PH" sz="1400" dirty="0">
                <a:solidFill>
                  <a:schemeClr val="bg1"/>
                </a:solidFill>
              </a:rPr>
              <a:t>IT 210 SOCIAL AND PROFESSIONAL ISSUES | BSIT 3A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4E318-EBF5-BA69-13F0-DB43FD01D968}"/>
              </a:ext>
            </a:extLst>
          </p:cNvPr>
          <p:cNvSpPr>
            <a:spLocks noGrp="1"/>
          </p:cNvSpPr>
          <p:nvPr>
            <p:ph type="title"/>
          </p:nvPr>
        </p:nvSpPr>
        <p:spPr>
          <a:xfrm>
            <a:off x="395164" y="46136"/>
            <a:ext cx="2232620" cy="508000"/>
          </a:xfrm>
        </p:spPr>
        <p:txBody>
          <a:bodyPr/>
          <a:lstStyle/>
          <a:p>
            <a:r>
              <a:rPr lang="en-PH" b="1" dirty="0">
                <a:latin typeface="Century Gothic" panose="020B0502020202020204" pitchFamily="34" charset="0"/>
              </a:rPr>
              <a:t>GROUP 5</a:t>
            </a:r>
          </a:p>
        </p:txBody>
      </p:sp>
      <p:sp>
        <p:nvSpPr>
          <p:cNvPr id="4" name="TextBox 3">
            <a:extLst>
              <a:ext uri="{FF2B5EF4-FFF2-40B4-BE49-F238E27FC236}">
                <a16:creationId xmlns:a16="http://schemas.microsoft.com/office/drawing/2014/main" id="{420A8B39-F98A-A739-1FCF-4CAA7AD07D58}"/>
              </a:ext>
            </a:extLst>
          </p:cNvPr>
          <p:cNvSpPr txBox="1"/>
          <p:nvPr/>
        </p:nvSpPr>
        <p:spPr>
          <a:xfrm>
            <a:off x="2987824" y="1700808"/>
            <a:ext cx="5040560" cy="2677656"/>
          </a:xfrm>
          <a:prstGeom prst="rect">
            <a:avLst/>
          </a:prstGeom>
          <a:noFill/>
        </p:spPr>
        <p:txBody>
          <a:bodyPr wrap="square" rtlCol="0">
            <a:spAutoFit/>
          </a:bodyPr>
          <a:lstStyle/>
          <a:p>
            <a:r>
              <a:rPr lang="en-PH" sz="2400" dirty="0">
                <a:solidFill>
                  <a:schemeClr val="bg1"/>
                </a:solidFill>
                <a:latin typeface="Century Gothic" panose="020B0502020202020204" pitchFamily="34" charset="0"/>
                <a:ea typeface="Tahoma" panose="020B0604030504040204" pitchFamily="34" charset="0"/>
                <a:cs typeface="Tahoma" panose="020B0604030504040204" pitchFamily="34" charset="0"/>
              </a:rPr>
              <a:t>Sinaguinan, Kimberly C.</a:t>
            </a:r>
          </a:p>
          <a:p>
            <a:r>
              <a:rPr lang="en-PH" sz="2400" dirty="0">
                <a:solidFill>
                  <a:schemeClr val="bg1"/>
                </a:solidFill>
                <a:latin typeface="Century Gothic" panose="020B0502020202020204" pitchFamily="34" charset="0"/>
                <a:ea typeface="Tahoma" panose="020B0604030504040204" pitchFamily="34" charset="0"/>
                <a:cs typeface="Tahoma" panose="020B0604030504040204" pitchFamily="34" charset="0"/>
              </a:rPr>
              <a:t>Garcia, Nicole C.</a:t>
            </a:r>
          </a:p>
          <a:p>
            <a:r>
              <a:rPr lang="en-PH" sz="2400" dirty="0">
                <a:solidFill>
                  <a:schemeClr val="bg1"/>
                </a:solidFill>
                <a:latin typeface="Century Gothic" panose="020B0502020202020204" pitchFamily="34" charset="0"/>
                <a:ea typeface="Tahoma" panose="020B0604030504040204" pitchFamily="34" charset="0"/>
                <a:cs typeface="Tahoma" panose="020B0604030504040204" pitchFamily="34" charset="0"/>
              </a:rPr>
              <a:t>Piczon, Francesca V.</a:t>
            </a:r>
          </a:p>
          <a:p>
            <a:r>
              <a:rPr lang="en-PH" sz="2400" dirty="0">
                <a:solidFill>
                  <a:schemeClr val="bg1"/>
                </a:solidFill>
                <a:latin typeface="Century Gothic" panose="020B0502020202020204" pitchFamily="34" charset="0"/>
                <a:ea typeface="Tahoma" panose="020B0604030504040204" pitchFamily="34" charset="0"/>
                <a:cs typeface="Tahoma" panose="020B0604030504040204" pitchFamily="34" charset="0"/>
              </a:rPr>
              <a:t>Payawal Jr, Ronaldo F.</a:t>
            </a:r>
          </a:p>
          <a:p>
            <a:r>
              <a:rPr lang="en-PH" sz="2400" dirty="0">
                <a:solidFill>
                  <a:schemeClr val="bg1"/>
                </a:solidFill>
                <a:latin typeface="Century Gothic" panose="020B0502020202020204" pitchFamily="34" charset="0"/>
                <a:ea typeface="Tahoma" panose="020B0604030504040204" pitchFamily="34" charset="0"/>
                <a:cs typeface="Tahoma" panose="020B0604030504040204" pitchFamily="34" charset="0"/>
              </a:rPr>
              <a:t>Palma, Kyle Marc</a:t>
            </a:r>
          </a:p>
          <a:p>
            <a:r>
              <a:rPr lang="en-PH" sz="2400" dirty="0">
                <a:solidFill>
                  <a:schemeClr val="bg1"/>
                </a:solidFill>
                <a:latin typeface="Century Gothic" panose="020B0502020202020204" pitchFamily="34" charset="0"/>
                <a:ea typeface="Tahoma" panose="020B0604030504040204" pitchFamily="34" charset="0"/>
                <a:cs typeface="Tahoma" panose="020B0604030504040204" pitchFamily="34" charset="0"/>
              </a:rPr>
              <a:t>Aquino, Carl Angelo L.</a:t>
            </a:r>
          </a:p>
          <a:p>
            <a:r>
              <a:rPr lang="en-PH" sz="2400" dirty="0">
                <a:solidFill>
                  <a:schemeClr val="bg1"/>
                </a:solidFill>
                <a:latin typeface="Century Gothic" panose="020B0502020202020204" pitchFamily="34" charset="0"/>
                <a:ea typeface="Tahoma" panose="020B0604030504040204" pitchFamily="34" charset="0"/>
                <a:cs typeface="Tahoma" panose="020B0604030504040204" pitchFamily="34" charset="0"/>
              </a:rPr>
              <a:t>Arenas, Christian S.</a:t>
            </a:r>
          </a:p>
        </p:txBody>
      </p:sp>
      <p:sp>
        <p:nvSpPr>
          <p:cNvPr id="5" name="Title 1">
            <a:extLst>
              <a:ext uri="{FF2B5EF4-FFF2-40B4-BE49-F238E27FC236}">
                <a16:creationId xmlns:a16="http://schemas.microsoft.com/office/drawing/2014/main" id="{32F62837-D536-51BD-F2D4-8B28E965C933}"/>
              </a:ext>
            </a:extLst>
          </p:cNvPr>
          <p:cNvSpPr txBox="1">
            <a:spLocks/>
          </p:cNvSpPr>
          <p:nvPr/>
        </p:nvSpPr>
        <p:spPr bwMode="auto">
          <a:xfrm>
            <a:off x="875769" y="489070"/>
            <a:ext cx="1728192"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3200" kern="1200">
                <a:solidFill>
                  <a:schemeClr val="bg1"/>
                </a:solidFill>
                <a:latin typeface="+mj-lt"/>
                <a:ea typeface="+mj-ea"/>
                <a:cs typeface="+mj-cs"/>
              </a:defRPr>
            </a:lvl1pPr>
            <a:lvl2pPr algn="l" rtl="0" eaLnBrk="1" fontAlgn="base" hangingPunct="1">
              <a:spcBef>
                <a:spcPct val="0"/>
              </a:spcBef>
              <a:spcAft>
                <a:spcPct val="0"/>
              </a:spcAft>
              <a:defRPr sz="3200">
                <a:solidFill>
                  <a:schemeClr val="bg1"/>
                </a:solidFill>
                <a:latin typeface="Arial" panose="020B0604020202020204" pitchFamily="34" charset="0"/>
              </a:defRPr>
            </a:lvl2pPr>
            <a:lvl3pPr algn="l" rtl="0" eaLnBrk="1" fontAlgn="base" hangingPunct="1">
              <a:spcBef>
                <a:spcPct val="0"/>
              </a:spcBef>
              <a:spcAft>
                <a:spcPct val="0"/>
              </a:spcAft>
              <a:defRPr sz="3200">
                <a:solidFill>
                  <a:schemeClr val="bg1"/>
                </a:solidFill>
                <a:latin typeface="Arial" panose="020B0604020202020204" pitchFamily="34" charset="0"/>
              </a:defRPr>
            </a:lvl3pPr>
            <a:lvl4pPr algn="l" rtl="0" eaLnBrk="1" fontAlgn="base" hangingPunct="1">
              <a:spcBef>
                <a:spcPct val="0"/>
              </a:spcBef>
              <a:spcAft>
                <a:spcPct val="0"/>
              </a:spcAft>
              <a:defRPr sz="3200">
                <a:solidFill>
                  <a:schemeClr val="bg1"/>
                </a:solidFill>
                <a:latin typeface="Arial" panose="020B0604020202020204" pitchFamily="34" charset="0"/>
              </a:defRPr>
            </a:lvl4pPr>
            <a:lvl5pPr algn="l" rtl="0" eaLnBrk="1" fontAlgn="base" hangingPunct="1">
              <a:spcBef>
                <a:spcPct val="0"/>
              </a:spcBef>
              <a:spcAft>
                <a:spcPct val="0"/>
              </a:spcAft>
              <a:defRPr sz="3200">
                <a:solidFill>
                  <a:schemeClr val="bg1"/>
                </a:solidFill>
                <a:latin typeface="Arial" panose="020B0604020202020204" pitchFamily="34" charset="0"/>
              </a:defRPr>
            </a:lvl5pPr>
            <a:lvl6pPr marL="457200" algn="l" rtl="0" eaLnBrk="1" fontAlgn="base" hangingPunct="1">
              <a:spcBef>
                <a:spcPct val="0"/>
              </a:spcBef>
              <a:spcAft>
                <a:spcPct val="0"/>
              </a:spcAft>
              <a:defRPr sz="3200">
                <a:solidFill>
                  <a:schemeClr val="bg1"/>
                </a:solidFill>
                <a:latin typeface="Arial" panose="020B0604020202020204" pitchFamily="34" charset="0"/>
              </a:defRPr>
            </a:lvl6pPr>
            <a:lvl7pPr marL="914400" algn="l" rtl="0" eaLnBrk="1" fontAlgn="base" hangingPunct="1">
              <a:spcBef>
                <a:spcPct val="0"/>
              </a:spcBef>
              <a:spcAft>
                <a:spcPct val="0"/>
              </a:spcAft>
              <a:defRPr sz="3200">
                <a:solidFill>
                  <a:schemeClr val="bg1"/>
                </a:solidFill>
                <a:latin typeface="Arial" panose="020B0604020202020204" pitchFamily="34" charset="0"/>
              </a:defRPr>
            </a:lvl7pPr>
            <a:lvl8pPr marL="1371600" algn="l" rtl="0" eaLnBrk="1" fontAlgn="base" hangingPunct="1">
              <a:spcBef>
                <a:spcPct val="0"/>
              </a:spcBef>
              <a:spcAft>
                <a:spcPct val="0"/>
              </a:spcAft>
              <a:defRPr sz="3200">
                <a:solidFill>
                  <a:schemeClr val="bg1"/>
                </a:solidFill>
                <a:latin typeface="Arial" panose="020B0604020202020204" pitchFamily="34" charset="0"/>
              </a:defRPr>
            </a:lvl8pPr>
            <a:lvl9pPr marL="1828800" algn="l" rtl="0" eaLnBrk="1" fontAlgn="base" hangingPunct="1">
              <a:spcBef>
                <a:spcPct val="0"/>
              </a:spcBef>
              <a:spcAft>
                <a:spcPct val="0"/>
              </a:spcAft>
              <a:defRPr sz="3200">
                <a:solidFill>
                  <a:schemeClr val="bg1"/>
                </a:solidFill>
                <a:latin typeface="Arial" panose="020B0604020202020204" pitchFamily="34" charset="0"/>
              </a:defRPr>
            </a:lvl9pPr>
          </a:lstStyle>
          <a:p>
            <a:r>
              <a:rPr lang="en-PH" sz="2000" b="1" dirty="0">
                <a:latin typeface="Century Gothic" panose="020B0502020202020204" pitchFamily="34" charset="0"/>
              </a:rPr>
              <a:t>BSIT 3A</a:t>
            </a:r>
          </a:p>
        </p:txBody>
      </p:sp>
      <p:sp>
        <p:nvSpPr>
          <p:cNvPr id="7" name="TextBox 6">
            <a:extLst>
              <a:ext uri="{FF2B5EF4-FFF2-40B4-BE49-F238E27FC236}">
                <a16:creationId xmlns:a16="http://schemas.microsoft.com/office/drawing/2014/main" id="{5B1568DD-37BC-8E4B-750D-B5BB51B2D711}"/>
              </a:ext>
            </a:extLst>
          </p:cNvPr>
          <p:cNvSpPr txBox="1"/>
          <p:nvPr/>
        </p:nvSpPr>
        <p:spPr>
          <a:xfrm>
            <a:off x="4355976" y="146248"/>
            <a:ext cx="5544616" cy="307777"/>
          </a:xfrm>
          <a:prstGeom prst="rect">
            <a:avLst/>
          </a:prstGeom>
          <a:noFill/>
        </p:spPr>
        <p:txBody>
          <a:bodyPr wrap="square" rtlCol="0">
            <a:spAutoFit/>
          </a:bodyPr>
          <a:lstStyle/>
          <a:p>
            <a:r>
              <a:rPr lang="en-PH" sz="1400" dirty="0">
                <a:solidFill>
                  <a:schemeClr val="accent1"/>
                </a:solidFill>
              </a:rPr>
              <a:t>IT 210 SOCIAL AND PROFESSIONAL ISSUES | BSIT 3A</a:t>
            </a:r>
          </a:p>
        </p:txBody>
      </p:sp>
      <p:cxnSp>
        <p:nvCxnSpPr>
          <p:cNvPr id="9" name="Straight Connector 8">
            <a:extLst>
              <a:ext uri="{FF2B5EF4-FFF2-40B4-BE49-F238E27FC236}">
                <a16:creationId xmlns:a16="http://schemas.microsoft.com/office/drawing/2014/main" id="{94EC7666-4E9E-D94A-E074-6B5C9DE70959}"/>
              </a:ext>
            </a:extLst>
          </p:cNvPr>
          <p:cNvCxnSpPr>
            <a:cxnSpLocks/>
          </p:cNvCxnSpPr>
          <p:nvPr/>
        </p:nvCxnSpPr>
        <p:spPr>
          <a:xfrm>
            <a:off x="4355976" y="454024"/>
            <a:ext cx="4788024" cy="0"/>
          </a:xfrm>
          <a:prstGeom prst="line">
            <a:avLst/>
          </a:prstGeom>
          <a:ln w="19050" cmpd="sng">
            <a:solidFill>
              <a:srgbClr val="FF0000"/>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8870708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77506" name="Rectangle 2">
            <a:extLst>
              <a:ext uri="{FF2B5EF4-FFF2-40B4-BE49-F238E27FC236}">
                <a16:creationId xmlns:a16="http://schemas.microsoft.com/office/drawing/2014/main" id="{4A1AA116-F94E-A5F3-F12A-CAC5EF9A4B45}"/>
              </a:ext>
            </a:extLst>
          </p:cNvPr>
          <p:cNvSpPr>
            <a:spLocks noGrp="1" noChangeArrowheads="1"/>
          </p:cNvSpPr>
          <p:nvPr>
            <p:ph type="title"/>
          </p:nvPr>
        </p:nvSpPr>
        <p:spPr>
          <a:xfrm>
            <a:off x="1763688" y="643485"/>
            <a:ext cx="7851576" cy="719137"/>
          </a:xfrm>
        </p:spPr>
        <p:txBody>
          <a:bodyPr/>
          <a:lstStyle/>
          <a:p>
            <a:r>
              <a:rPr lang="en-US" altLang="en-US" sz="3100" b="1" dirty="0">
                <a:solidFill>
                  <a:schemeClr val="tx1"/>
                </a:solidFill>
                <a:latin typeface="Tahoma" panose="020B0604030504040204" pitchFamily="34" charset="0"/>
              </a:rPr>
              <a:t>Explanatory Note of Senator Angara</a:t>
            </a:r>
            <a:endParaRPr lang="en-US" altLang="en-US" sz="3100" b="1" dirty="0">
              <a:solidFill>
                <a:schemeClr val="tx1"/>
              </a:solidFill>
            </a:endParaRPr>
          </a:p>
        </p:txBody>
      </p:sp>
      <p:sp>
        <p:nvSpPr>
          <p:cNvPr id="36867" name="Rectangle 3">
            <a:extLst>
              <a:ext uri="{FF2B5EF4-FFF2-40B4-BE49-F238E27FC236}">
                <a16:creationId xmlns:a16="http://schemas.microsoft.com/office/drawing/2014/main" id="{282E8B9F-E1F3-6A69-C46A-2A48412B59B0}"/>
              </a:ext>
            </a:extLst>
          </p:cNvPr>
          <p:cNvSpPr txBox="1">
            <a:spLocks noChangeArrowheads="1"/>
          </p:cNvSpPr>
          <p:nvPr/>
        </p:nvSpPr>
        <p:spPr bwMode="auto">
          <a:xfrm>
            <a:off x="1900447" y="1003055"/>
            <a:ext cx="7020272" cy="5870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2800" kern="1200">
                <a:solidFill>
                  <a:schemeClr val="bg1"/>
                </a:solidFill>
                <a:latin typeface="+mn-lt"/>
                <a:ea typeface="+mn-ea"/>
                <a:cs typeface="+mn-cs"/>
              </a:defRPr>
            </a:lvl1pPr>
            <a:lvl2pPr marL="742950" indent="-285750" algn="l" rtl="0" eaLnBrk="1" fontAlgn="base" hangingPunct="1">
              <a:spcBef>
                <a:spcPct val="20000"/>
              </a:spcBef>
              <a:spcAft>
                <a:spcPct val="0"/>
              </a:spcAft>
              <a:buChar char="–"/>
              <a:defRPr sz="2400" b="1" kern="1200">
                <a:solidFill>
                  <a:schemeClr val="bg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bg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80000"/>
              </a:lnSpc>
            </a:pPr>
            <a:endParaRPr lang="en-US" altLang="en-US" sz="2000" dirty="0">
              <a:solidFill>
                <a:schemeClr val="tx1"/>
              </a:solidFill>
              <a:latin typeface="Century Gothic" panose="020B0502020202020204" pitchFamily="34" charset="0"/>
            </a:endParaRPr>
          </a:p>
          <a:p>
            <a:pPr algn="just">
              <a:lnSpc>
                <a:spcPct val="80000"/>
              </a:lnSpc>
            </a:pPr>
            <a:r>
              <a:rPr lang="en-US" altLang="en-US" sz="2000" dirty="0">
                <a:solidFill>
                  <a:schemeClr val="tx1"/>
                </a:solidFill>
                <a:latin typeface="Century Gothic" panose="020B0502020202020204" pitchFamily="34" charset="0"/>
              </a:rPr>
              <a:t>Internet use in the Philippines has rapidly expanded, providing opportunities across various sectors.</a:t>
            </a:r>
          </a:p>
          <a:p>
            <a:pPr marL="0" indent="0" algn="just">
              <a:lnSpc>
                <a:spcPct val="80000"/>
              </a:lnSpc>
              <a:buNone/>
            </a:pPr>
            <a:endParaRPr lang="en-US" altLang="en-US" sz="2000" dirty="0">
              <a:solidFill>
                <a:schemeClr val="tx1"/>
              </a:solidFill>
              <a:latin typeface="Century Gothic" panose="020B0502020202020204" pitchFamily="34" charset="0"/>
            </a:endParaRPr>
          </a:p>
          <a:p>
            <a:pPr algn="just">
              <a:lnSpc>
                <a:spcPct val="80000"/>
              </a:lnSpc>
            </a:pPr>
            <a:r>
              <a:rPr lang="en-US" altLang="en-US" sz="2000" dirty="0">
                <a:solidFill>
                  <a:schemeClr val="tx1"/>
                </a:solidFill>
                <a:latin typeface="Century Gothic" panose="020B0502020202020204" pitchFamily="34" charset="0"/>
              </a:rPr>
              <a:t>This growth also brings the risk of cybercrime, including financial crimes, hacking, and online harassment.</a:t>
            </a:r>
          </a:p>
          <a:p>
            <a:pPr marL="0" indent="0" algn="just">
              <a:lnSpc>
                <a:spcPct val="80000"/>
              </a:lnSpc>
              <a:buNone/>
            </a:pPr>
            <a:endParaRPr lang="en-US" altLang="en-US" sz="2000" dirty="0">
              <a:solidFill>
                <a:schemeClr val="tx1"/>
              </a:solidFill>
              <a:latin typeface="Century Gothic" panose="020B0502020202020204" pitchFamily="34" charset="0"/>
            </a:endParaRPr>
          </a:p>
          <a:p>
            <a:pPr algn="just">
              <a:lnSpc>
                <a:spcPct val="80000"/>
              </a:lnSpc>
            </a:pPr>
            <a:r>
              <a:rPr lang="en-US" altLang="en-US" sz="2000" dirty="0">
                <a:solidFill>
                  <a:schemeClr val="tx1"/>
                </a:solidFill>
                <a:latin typeface="Century Gothic" panose="020B0502020202020204" pitchFamily="34" charset="0"/>
              </a:rPr>
              <a:t> The note highlights the increasing prevalence and complexity of cybercrime in recent years.</a:t>
            </a:r>
          </a:p>
          <a:p>
            <a:pPr marL="0" indent="0" algn="just">
              <a:lnSpc>
                <a:spcPct val="80000"/>
              </a:lnSpc>
              <a:buNone/>
            </a:pPr>
            <a:endParaRPr lang="en-US" altLang="en-US" sz="2000" dirty="0">
              <a:solidFill>
                <a:schemeClr val="tx1"/>
              </a:solidFill>
              <a:latin typeface="Century Gothic" panose="020B0502020202020204" pitchFamily="34" charset="0"/>
            </a:endParaRPr>
          </a:p>
          <a:p>
            <a:pPr algn="just">
              <a:lnSpc>
                <a:spcPct val="80000"/>
              </a:lnSpc>
            </a:pPr>
            <a:r>
              <a:rPr lang="en-US" altLang="en-US" sz="2000" dirty="0">
                <a:solidFill>
                  <a:schemeClr val="tx1"/>
                </a:solidFill>
                <a:latin typeface="Century Gothic" panose="020B0502020202020204" pitchFamily="34" charset="0"/>
              </a:rPr>
              <a:t>Cybercrime poses a threat to democracy, human rights, and the rule of law.</a:t>
            </a:r>
          </a:p>
          <a:p>
            <a:pPr marL="0" indent="0" algn="just">
              <a:lnSpc>
                <a:spcPct val="80000"/>
              </a:lnSpc>
              <a:buNone/>
            </a:pPr>
            <a:endParaRPr lang="en-US" altLang="en-US" sz="2000" dirty="0">
              <a:solidFill>
                <a:schemeClr val="tx1"/>
              </a:solidFill>
              <a:latin typeface="Century Gothic" panose="020B0502020202020204" pitchFamily="34" charset="0"/>
            </a:endParaRPr>
          </a:p>
          <a:p>
            <a:pPr algn="just">
              <a:lnSpc>
                <a:spcPct val="80000"/>
              </a:lnSpc>
            </a:pPr>
            <a:r>
              <a:rPr lang="en-US" altLang="en-US" sz="2000" dirty="0">
                <a:solidFill>
                  <a:schemeClr val="tx1"/>
                </a:solidFill>
                <a:latin typeface="Century Gothic" panose="020B0502020202020204" pitchFamily="34" charset="0"/>
              </a:rPr>
              <a:t> Effective measures, rooted in laws respecting civil rights, are necessary to prevent cybercrime.</a:t>
            </a:r>
          </a:p>
          <a:p>
            <a:pPr marL="0" indent="0" algn="just">
              <a:lnSpc>
                <a:spcPct val="80000"/>
              </a:lnSpc>
              <a:buNone/>
            </a:pPr>
            <a:endParaRPr lang="en-US" altLang="en-US" sz="2000" dirty="0">
              <a:solidFill>
                <a:schemeClr val="tx1"/>
              </a:solidFill>
              <a:latin typeface="Century Gothic" panose="020B0502020202020204" pitchFamily="34" charset="0"/>
            </a:endParaRPr>
          </a:p>
          <a:p>
            <a:pPr algn="just">
              <a:lnSpc>
                <a:spcPct val="80000"/>
              </a:lnSpc>
            </a:pPr>
            <a:r>
              <a:rPr lang="en-US" altLang="en-US" sz="2000" dirty="0">
                <a:solidFill>
                  <a:schemeClr val="tx1"/>
                </a:solidFill>
                <a:latin typeface="Century Gothic" panose="020B0502020202020204" pitchFamily="34" charset="0"/>
              </a:rPr>
              <a:t>It’s crucial to take cybercrime seriously and implement appropriate prevention and protection strategies.</a:t>
            </a:r>
            <a:endParaRPr lang="uk-UA" altLang="en-US" sz="2000" dirty="0">
              <a:solidFill>
                <a:schemeClr val="tx1"/>
              </a:solidFill>
              <a:latin typeface="Century Gothic" panose="020B0502020202020204" pitchFamily="34" charset="0"/>
            </a:endParaRPr>
          </a:p>
        </p:txBody>
      </p:sp>
      <p:sp>
        <p:nvSpPr>
          <p:cNvPr id="3" name="TextBox 2">
            <a:extLst>
              <a:ext uri="{FF2B5EF4-FFF2-40B4-BE49-F238E27FC236}">
                <a16:creationId xmlns:a16="http://schemas.microsoft.com/office/drawing/2014/main" id="{8D859098-2582-439D-51F7-2F0548FF78B8}"/>
              </a:ext>
            </a:extLst>
          </p:cNvPr>
          <p:cNvSpPr txBox="1"/>
          <p:nvPr/>
        </p:nvSpPr>
        <p:spPr>
          <a:xfrm>
            <a:off x="4355976" y="49560"/>
            <a:ext cx="4788024" cy="307776"/>
          </a:xfrm>
          <a:prstGeom prst="rect">
            <a:avLst/>
          </a:prstGeom>
          <a:noFill/>
        </p:spPr>
        <p:txBody>
          <a:bodyPr wrap="square" rtlCol="0">
            <a:spAutoFit/>
          </a:bodyPr>
          <a:lstStyle/>
          <a:p>
            <a:r>
              <a:rPr lang="en-PH" sz="1400" dirty="0">
                <a:solidFill>
                  <a:schemeClr val="accent1"/>
                </a:solidFill>
              </a:rPr>
              <a:t>IT 210 SOCIAL AND PROFESSIONAL ISSUES | BSIT 3A</a:t>
            </a:r>
          </a:p>
        </p:txBody>
      </p:sp>
      <p:cxnSp>
        <p:nvCxnSpPr>
          <p:cNvPr id="4" name="Straight Connector 3">
            <a:extLst>
              <a:ext uri="{FF2B5EF4-FFF2-40B4-BE49-F238E27FC236}">
                <a16:creationId xmlns:a16="http://schemas.microsoft.com/office/drawing/2014/main" id="{4A9BDE10-19A1-B5D8-31EB-3CC9361275A0}"/>
              </a:ext>
            </a:extLst>
          </p:cNvPr>
          <p:cNvCxnSpPr>
            <a:cxnSpLocks/>
          </p:cNvCxnSpPr>
          <p:nvPr/>
        </p:nvCxnSpPr>
        <p:spPr>
          <a:xfrm>
            <a:off x="4355976" y="357336"/>
            <a:ext cx="4788024" cy="0"/>
          </a:xfrm>
          <a:prstGeom prst="line">
            <a:avLst/>
          </a:prstGeom>
          <a:ln w="19050" cmpd="sng">
            <a:solidFill>
              <a:srgbClr val="FF0000"/>
            </a:solidFill>
          </a:ln>
        </p:spPr>
        <p:style>
          <a:lnRef idx="3">
            <a:schemeClr val="dk1"/>
          </a:lnRef>
          <a:fillRef idx="0">
            <a:schemeClr val="dk1"/>
          </a:fillRef>
          <a:effectRef idx="2">
            <a:schemeClr val="dk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2AC1ED29-A924-356D-AF1C-1F9FB9ED7F2F}"/>
              </a:ext>
            </a:extLst>
          </p:cNvPr>
          <p:cNvSpPr>
            <a:spLocks noGrp="1" noChangeArrowheads="1"/>
          </p:cNvSpPr>
          <p:nvPr>
            <p:ph type="title"/>
          </p:nvPr>
        </p:nvSpPr>
        <p:spPr>
          <a:xfrm>
            <a:off x="287016" y="855819"/>
            <a:ext cx="8856984" cy="1224434"/>
          </a:xfrm>
        </p:spPr>
        <p:txBody>
          <a:bodyPr/>
          <a:lstStyle/>
          <a:p>
            <a:r>
              <a:rPr lang="en-PH" altLang="en-US" sz="3100" b="1" dirty="0">
                <a:latin typeface="Tahoma" panose="020B0604030504040204" pitchFamily="34" charset="0"/>
              </a:rPr>
              <a:t>Overview of the Philippine Cybercrime Law</a:t>
            </a:r>
            <a:endParaRPr lang="uk-UA" altLang="en-US" sz="3100" b="1" dirty="0">
              <a:latin typeface="Tahoma" panose="020B0604030504040204" pitchFamily="34" charset="0"/>
            </a:endParaRPr>
          </a:p>
        </p:txBody>
      </p:sp>
      <p:sp>
        <p:nvSpPr>
          <p:cNvPr id="3" name="TextBox 2">
            <a:extLst>
              <a:ext uri="{FF2B5EF4-FFF2-40B4-BE49-F238E27FC236}">
                <a16:creationId xmlns:a16="http://schemas.microsoft.com/office/drawing/2014/main" id="{8B967836-B8B5-1ACE-2449-ED231B7E45CE}"/>
              </a:ext>
            </a:extLst>
          </p:cNvPr>
          <p:cNvSpPr txBox="1"/>
          <p:nvPr/>
        </p:nvSpPr>
        <p:spPr>
          <a:xfrm>
            <a:off x="772816" y="2060848"/>
            <a:ext cx="7885384" cy="2246769"/>
          </a:xfrm>
          <a:prstGeom prst="rect">
            <a:avLst/>
          </a:prstGeom>
          <a:noFill/>
        </p:spPr>
        <p:txBody>
          <a:bodyPr wrap="square" rtlCol="0">
            <a:spAutoFit/>
          </a:bodyPr>
          <a:lstStyle/>
          <a:p>
            <a:pPr algn="just"/>
            <a:r>
              <a:rPr lang="en-US" sz="2800" dirty="0">
                <a:solidFill>
                  <a:schemeClr val="bg1"/>
                </a:solidFill>
                <a:latin typeface="Century Gothic" panose="020B0502020202020204" pitchFamily="34" charset="0"/>
              </a:rPr>
              <a:t>The Philippines faced a cyber-disaster in the early 2000s with the </a:t>
            </a:r>
            <a:r>
              <a:rPr lang="en-US" sz="2800" b="1" dirty="0">
                <a:solidFill>
                  <a:schemeClr val="bg1"/>
                </a:solidFill>
                <a:latin typeface="Century Gothic" panose="020B0502020202020204" pitchFamily="34" charset="0"/>
              </a:rPr>
              <a:t>"LOVE BUG" </a:t>
            </a:r>
            <a:r>
              <a:rPr lang="en-US" sz="2800" dirty="0">
                <a:solidFill>
                  <a:schemeClr val="bg1"/>
                </a:solidFill>
                <a:latin typeface="Century Gothic" panose="020B0502020202020204" pitchFamily="34" charset="0"/>
              </a:rPr>
              <a:t>virus, attributed to a Filipino student, causing 10 billions of dollars in losses as many as 20 countries.</a:t>
            </a:r>
            <a:endParaRPr lang="en-PH" sz="2800" dirty="0">
              <a:solidFill>
                <a:schemeClr val="bg1"/>
              </a:solidFill>
              <a:latin typeface="Century Gothic" panose="020B0502020202020204" pitchFamily="34" charset="0"/>
            </a:endParaRPr>
          </a:p>
        </p:txBody>
      </p:sp>
      <p:sp>
        <p:nvSpPr>
          <p:cNvPr id="4" name="TextBox 3">
            <a:extLst>
              <a:ext uri="{FF2B5EF4-FFF2-40B4-BE49-F238E27FC236}">
                <a16:creationId xmlns:a16="http://schemas.microsoft.com/office/drawing/2014/main" id="{B710B12F-3C6C-8B7C-1D33-15D7DA8D0AD8}"/>
              </a:ext>
            </a:extLst>
          </p:cNvPr>
          <p:cNvSpPr txBox="1"/>
          <p:nvPr/>
        </p:nvSpPr>
        <p:spPr>
          <a:xfrm>
            <a:off x="4355976" y="146248"/>
            <a:ext cx="5544616" cy="307777"/>
          </a:xfrm>
          <a:prstGeom prst="rect">
            <a:avLst/>
          </a:prstGeom>
          <a:noFill/>
        </p:spPr>
        <p:txBody>
          <a:bodyPr wrap="square" rtlCol="0">
            <a:spAutoFit/>
          </a:bodyPr>
          <a:lstStyle/>
          <a:p>
            <a:r>
              <a:rPr lang="en-PH" sz="1400" dirty="0">
                <a:solidFill>
                  <a:schemeClr val="accent1"/>
                </a:solidFill>
              </a:rPr>
              <a:t>IT 210 SOCIAL AND PROFESSIONAL ISSUES | BSIT 3A</a:t>
            </a:r>
          </a:p>
        </p:txBody>
      </p:sp>
      <p:cxnSp>
        <p:nvCxnSpPr>
          <p:cNvPr id="5" name="Straight Connector 4">
            <a:extLst>
              <a:ext uri="{FF2B5EF4-FFF2-40B4-BE49-F238E27FC236}">
                <a16:creationId xmlns:a16="http://schemas.microsoft.com/office/drawing/2014/main" id="{F5AA3131-3034-15D6-A10C-660EB6E52001}"/>
              </a:ext>
            </a:extLst>
          </p:cNvPr>
          <p:cNvCxnSpPr>
            <a:cxnSpLocks/>
          </p:cNvCxnSpPr>
          <p:nvPr/>
        </p:nvCxnSpPr>
        <p:spPr>
          <a:xfrm>
            <a:off x="4355976" y="454024"/>
            <a:ext cx="4788024" cy="0"/>
          </a:xfrm>
          <a:prstGeom prst="line">
            <a:avLst/>
          </a:prstGeom>
          <a:ln w="19050" cmpd="sng">
            <a:solidFill>
              <a:srgbClr val="FF0000"/>
            </a:solidFill>
          </a:ln>
        </p:spPr>
        <p:style>
          <a:lnRef idx="3">
            <a:schemeClr val="dk1"/>
          </a:lnRef>
          <a:fillRef idx="0">
            <a:schemeClr val="dk1"/>
          </a:fillRef>
          <a:effectRef idx="2">
            <a:schemeClr val="dk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77506" name="Rectangle 2">
            <a:extLst>
              <a:ext uri="{FF2B5EF4-FFF2-40B4-BE49-F238E27FC236}">
                <a16:creationId xmlns:a16="http://schemas.microsoft.com/office/drawing/2014/main" id="{4A1AA116-F94E-A5F3-F12A-CAC5EF9A4B45}"/>
              </a:ext>
            </a:extLst>
          </p:cNvPr>
          <p:cNvSpPr>
            <a:spLocks noGrp="1" noChangeArrowheads="1"/>
          </p:cNvSpPr>
          <p:nvPr>
            <p:ph type="title"/>
          </p:nvPr>
        </p:nvSpPr>
        <p:spPr>
          <a:xfrm>
            <a:off x="2843808" y="645840"/>
            <a:ext cx="5256584" cy="719137"/>
          </a:xfrm>
        </p:spPr>
        <p:txBody>
          <a:bodyPr/>
          <a:lstStyle/>
          <a:p>
            <a:r>
              <a:rPr lang="en-US" altLang="en-US" sz="3200" b="1" dirty="0">
                <a:solidFill>
                  <a:schemeClr val="tx1"/>
                </a:solidFill>
                <a:latin typeface="Tahoma" panose="020B0604030504040204" pitchFamily="34" charset="0"/>
                <a:ea typeface="Tahoma" panose="020B0604030504040204" pitchFamily="34" charset="0"/>
                <a:cs typeface="Tahoma" panose="020B0604030504040204" pitchFamily="34" charset="0"/>
              </a:rPr>
              <a:t>The "I LOVE YOU" virus</a:t>
            </a:r>
            <a:endParaRPr lang="en-US" altLang="en-US" sz="3100" b="1"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36867" name="Rectangle 3">
            <a:extLst>
              <a:ext uri="{FF2B5EF4-FFF2-40B4-BE49-F238E27FC236}">
                <a16:creationId xmlns:a16="http://schemas.microsoft.com/office/drawing/2014/main" id="{282E8B9F-E1F3-6A69-C46A-2A48412B59B0}"/>
              </a:ext>
            </a:extLst>
          </p:cNvPr>
          <p:cNvSpPr txBox="1">
            <a:spLocks noChangeArrowheads="1"/>
          </p:cNvSpPr>
          <p:nvPr/>
        </p:nvSpPr>
        <p:spPr bwMode="auto">
          <a:xfrm>
            <a:off x="2230388" y="1556792"/>
            <a:ext cx="6483424" cy="5466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2800" kern="1200">
                <a:solidFill>
                  <a:schemeClr val="bg1"/>
                </a:solidFill>
                <a:latin typeface="+mn-lt"/>
                <a:ea typeface="+mn-ea"/>
                <a:cs typeface="+mn-cs"/>
              </a:defRPr>
            </a:lvl1pPr>
            <a:lvl2pPr marL="742950" indent="-285750" algn="l" rtl="0" eaLnBrk="1" fontAlgn="base" hangingPunct="1">
              <a:spcBef>
                <a:spcPct val="20000"/>
              </a:spcBef>
              <a:spcAft>
                <a:spcPct val="0"/>
              </a:spcAft>
              <a:buChar char="–"/>
              <a:defRPr sz="2400" b="1" kern="1200">
                <a:solidFill>
                  <a:schemeClr val="bg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bg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80000"/>
              </a:lnSpc>
            </a:pPr>
            <a:r>
              <a:rPr lang="en-US" altLang="en-US" sz="2000" dirty="0">
                <a:solidFill>
                  <a:schemeClr val="tx1"/>
                </a:solidFill>
                <a:latin typeface="Century Gothic" panose="020B0502020202020204" pitchFamily="34" charset="0"/>
              </a:rPr>
              <a:t>The "I LOVE YOU" virus, also known as Love Letter, spread rapidly through email attachments, infecting millions of Windows computers and causing significant damage.</a:t>
            </a:r>
          </a:p>
          <a:p>
            <a:pPr marL="0" indent="0" algn="just">
              <a:lnSpc>
                <a:spcPct val="80000"/>
              </a:lnSpc>
              <a:buNone/>
            </a:pPr>
            <a:endParaRPr lang="en-US" altLang="en-US" sz="2000" dirty="0">
              <a:solidFill>
                <a:schemeClr val="tx1"/>
              </a:solidFill>
              <a:latin typeface="Century Gothic" panose="020B0502020202020204" pitchFamily="34" charset="0"/>
            </a:endParaRPr>
          </a:p>
          <a:p>
            <a:pPr algn="just">
              <a:lnSpc>
                <a:spcPct val="80000"/>
              </a:lnSpc>
            </a:pPr>
            <a:r>
              <a:rPr lang="en-US" altLang="en-US" sz="2000" dirty="0">
                <a:solidFill>
                  <a:schemeClr val="tx1"/>
                </a:solidFill>
                <a:latin typeface="Century Gothic" panose="020B0502020202020204" pitchFamily="34" charset="0"/>
              </a:rPr>
              <a:t>Despite the global impact of the virus, the Philippine government was unable to prosecute the author due to the absence of cybercrime laws at the time.</a:t>
            </a:r>
          </a:p>
          <a:p>
            <a:pPr marL="0" indent="0" algn="just">
              <a:lnSpc>
                <a:spcPct val="80000"/>
              </a:lnSpc>
              <a:buNone/>
            </a:pPr>
            <a:endParaRPr lang="en-US" altLang="en-US" sz="2000" dirty="0">
              <a:solidFill>
                <a:schemeClr val="tx1"/>
              </a:solidFill>
              <a:latin typeface="Century Gothic" panose="020B0502020202020204" pitchFamily="34" charset="0"/>
            </a:endParaRPr>
          </a:p>
          <a:p>
            <a:pPr algn="just">
              <a:lnSpc>
                <a:spcPct val="80000"/>
              </a:lnSpc>
            </a:pPr>
            <a:r>
              <a:rPr lang="en-US" altLang="en-US" sz="2000" dirty="0">
                <a:solidFill>
                  <a:schemeClr val="tx1"/>
                </a:solidFill>
                <a:latin typeface="Century Gothic" panose="020B0502020202020204" pitchFamily="34" charset="0"/>
              </a:rPr>
              <a:t>In response to this legislative gap, Congress swiftly enacted the e-Commerce law to address cybercrimes and provide legal frameworks for prosecution.</a:t>
            </a:r>
          </a:p>
          <a:p>
            <a:pPr marL="0" indent="0" algn="just">
              <a:lnSpc>
                <a:spcPct val="80000"/>
              </a:lnSpc>
              <a:buNone/>
            </a:pPr>
            <a:endParaRPr lang="en-US" altLang="en-US" sz="2000" dirty="0">
              <a:solidFill>
                <a:schemeClr val="tx1"/>
              </a:solidFill>
              <a:latin typeface="Century Gothic" panose="020B0502020202020204" pitchFamily="34" charset="0"/>
            </a:endParaRPr>
          </a:p>
          <a:p>
            <a:pPr algn="just">
              <a:lnSpc>
                <a:spcPct val="80000"/>
              </a:lnSpc>
            </a:pPr>
            <a:r>
              <a:rPr lang="en-US" altLang="en-US" sz="2000" dirty="0">
                <a:solidFill>
                  <a:schemeClr val="tx1"/>
                </a:solidFill>
                <a:latin typeface="Century Gothic" panose="020B0502020202020204" pitchFamily="34" charset="0"/>
              </a:rPr>
              <a:t>The enactment of cybercrime laws aimed to protect against future cyber threats, safeguarding individuals, businesses, and the integrity of online systems.</a:t>
            </a:r>
            <a:endParaRPr lang="uk-UA" altLang="en-US" sz="2000" dirty="0">
              <a:solidFill>
                <a:schemeClr val="tx1"/>
              </a:solidFill>
              <a:latin typeface="Century Gothic" panose="020B0502020202020204" pitchFamily="34" charset="0"/>
            </a:endParaRPr>
          </a:p>
        </p:txBody>
      </p:sp>
      <p:sp>
        <p:nvSpPr>
          <p:cNvPr id="2" name="TextBox 1">
            <a:extLst>
              <a:ext uri="{FF2B5EF4-FFF2-40B4-BE49-F238E27FC236}">
                <a16:creationId xmlns:a16="http://schemas.microsoft.com/office/drawing/2014/main" id="{61C5E2C3-A69A-885E-8621-4F77B0DAF9A6}"/>
              </a:ext>
            </a:extLst>
          </p:cNvPr>
          <p:cNvSpPr txBox="1"/>
          <p:nvPr/>
        </p:nvSpPr>
        <p:spPr>
          <a:xfrm>
            <a:off x="4355976" y="18596"/>
            <a:ext cx="5544616" cy="307777"/>
          </a:xfrm>
          <a:prstGeom prst="rect">
            <a:avLst/>
          </a:prstGeom>
          <a:noFill/>
        </p:spPr>
        <p:txBody>
          <a:bodyPr wrap="square" rtlCol="0">
            <a:spAutoFit/>
          </a:bodyPr>
          <a:lstStyle/>
          <a:p>
            <a:r>
              <a:rPr lang="en-PH" sz="1400" dirty="0">
                <a:solidFill>
                  <a:schemeClr val="accent1"/>
                </a:solidFill>
              </a:rPr>
              <a:t>IT 210 SOCIAL AND PROFESSIONAL ISSUES | BSIT 3A</a:t>
            </a:r>
          </a:p>
        </p:txBody>
      </p:sp>
      <p:cxnSp>
        <p:nvCxnSpPr>
          <p:cNvPr id="3" name="Straight Connector 2">
            <a:extLst>
              <a:ext uri="{FF2B5EF4-FFF2-40B4-BE49-F238E27FC236}">
                <a16:creationId xmlns:a16="http://schemas.microsoft.com/office/drawing/2014/main" id="{B4FE29BA-5D9C-EFA6-BC14-DF813DB21B16}"/>
              </a:ext>
            </a:extLst>
          </p:cNvPr>
          <p:cNvCxnSpPr>
            <a:cxnSpLocks/>
          </p:cNvCxnSpPr>
          <p:nvPr/>
        </p:nvCxnSpPr>
        <p:spPr>
          <a:xfrm>
            <a:off x="4355976" y="326372"/>
            <a:ext cx="4788024" cy="0"/>
          </a:xfrm>
          <a:prstGeom prst="line">
            <a:avLst/>
          </a:prstGeom>
          <a:ln w="19050" cmpd="sng">
            <a:solidFill>
              <a:srgbClr val="FF0000"/>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2436987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6867" name="Rectangle 3">
            <a:extLst>
              <a:ext uri="{FF2B5EF4-FFF2-40B4-BE49-F238E27FC236}">
                <a16:creationId xmlns:a16="http://schemas.microsoft.com/office/drawing/2014/main" id="{282E8B9F-E1F3-6A69-C46A-2A48412B59B0}"/>
              </a:ext>
            </a:extLst>
          </p:cNvPr>
          <p:cNvSpPr txBox="1">
            <a:spLocks noChangeArrowheads="1"/>
          </p:cNvSpPr>
          <p:nvPr/>
        </p:nvSpPr>
        <p:spPr bwMode="auto">
          <a:xfrm>
            <a:off x="1955056" y="1412776"/>
            <a:ext cx="7164288" cy="4320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2800" kern="1200">
                <a:solidFill>
                  <a:schemeClr val="bg1"/>
                </a:solidFill>
                <a:latin typeface="+mn-lt"/>
                <a:ea typeface="+mn-ea"/>
                <a:cs typeface="+mn-cs"/>
              </a:defRPr>
            </a:lvl1pPr>
            <a:lvl2pPr marL="742950" indent="-285750" algn="l" rtl="0" eaLnBrk="1" fontAlgn="base" hangingPunct="1">
              <a:spcBef>
                <a:spcPct val="20000"/>
              </a:spcBef>
              <a:spcAft>
                <a:spcPct val="0"/>
              </a:spcAft>
              <a:buChar char="–"/>
              <a:defRPr sz="2400" b="1" kern="1200">
                <a:solidFill>
                  <a:schemeClr val="bg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bg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Char char="•"/>
            </a:pPr>
            <a:r>
              <a:rPr lang="en-US" sz="2000" b="0" i="0" dirty="0">
                <a:solidFill>
                  <a:schemeClr val="tx1"/>
                </a:solidFill>
                <a:effectLst/>
                <a:latin typeface="Century Gothic" panose="020B0502020202020204" pitchFamily="34" charset="0"/>
              </a:rPr>
              <a:t>Enacted on June 14, 2000, shortly after the "I LOVE YOU" virus attack, the Electronic Commerce Act of 2000 (Republic Act 8792) is a landmark legislation addressing challenges of the information age.</a:t>
            </a:r>
          </a:p>
          <a:p>
            <a:pPr algn="just">
              <a:buFont typeface="Arial" panose="020B0604020202020204" pitchFamily="34" charset="0"/>
              <a:buChar char="•"/>
            </a:pPr>
            <a:r>
              <a:rPr lang="en-US" sz="2000" b="0" i="0" dirty="0">
                <a:solidFill>
                  <a:schemeClr val="tx1"/>
                </a:solidFill>
                <a:effectLst/>
                <a:latin typeface="Century Gothic" panose="020B0502020202020204" pitchFamily="34" charset="0"/>
              </a:rPr>
              <a:t>The law focuses on regulating electronic commerce and preventing computer crimes.</a:t>
            </a:r>
          </a:p>
          <a:p>
            <a:pPr algn="just">
              <a:buFont typeface="Arial" panose="020B0604020202020204" pitchFamily="34" charset="0"/>
              <a:buChar char="•"/>
            </a:pPr>
            <a:r>
              <a:rPr lang="en-US" sz="2000" b="0" i="0" dirty="0">
                <a:solidFill>
                  <a:schemeClr val="tx1"/>
                </a:solidFill>
                <a:effectLst/>
                <a:latin typeface="Century Gothic" panose="020B0502020202020204" pitchFamily="34" charset="0"/>
              </a:rPr>
              <a:t>It specifically targets common online offenses like hacking and copyright violations, providing legal measures to address them.</a:t>
            </a:r>
          </a:p>
          <a:p>
            <a:pPr algn="just">
              <a:buFont typeface="Arial" panose="020B0604020202020204" pitchFamily="34" charset="0"/>
              <a:buChar char="•"/>
            </a:pPr>
            <a:r>
              <a:rPr lang="en-US" sz="2000" b="0" i="0" dirty="0">
                <a:solidFill>
                  <a:schemeClr val="tx1"/>
                </a:solidFill>
                <a:effectLst/>
                <a:latin typeface="Century Gothic" panose="020B0502020202020204" pitchFamily="34" charset="0"/>
              </a:rPr>
              <a:t>The legislation establishes a legal framework for internet-based services, treating electronic documents and signatures with the same validity as traditional paper-based ones.</a:t>
            </a:r>
          </a:p>
        </p:txBody>
      </p:sp>
      <p:sp>
        <p:nvSpPr>
          <p:cNvPr id="2" name="TextBox 1">
            <a:extLst>
              <a:ext uri="{FF2B5EF4-FFF2-40B4-BE49-F238E27FC236}">
                <a16:creationId xmlns:a16="http://schemas.microsoft.com/office/drawing/2014/main" id="{61C5E2C3-A69A-885E-8621-4F77B0DAF9A6}"/>
              </a:ext>
            </a:extLst>
          </p:cNvPr>
          <p:cNvSpPr txBox="1"/>
          <p:nvPr/>
        </p:nvSpPr>
        <p:spPr>
          <a:xfrm>
            <a:off x="4355976" y="18596"/>
            <a:ext cx="5544616" cy="307777"/>
          </a:xfrm>
          <a:prstGeom prst="rect">
            <a:avLst/>
          </a:prstGeom>
          <a:noFill/>
        </p:spPr>
        <p:txBody>
          <a:bodyPr wrap="square" rtlCol="0">
            <a:spAutoFit/>
          </a:bodyPr>
          <a:lstStyle/>
          <a:p>
            <a:r>
              <a:rPr lang="en-PH" sz="1400" dirty="0">
                <a:solidFill>
                  <a:schemeClr val="accent1"/>
                </a:solidFill>
              </a:rPr>
              <a:t>IT 210 SOCIAL AND PROFESSIONAL ISSUES | BSIT 3A</a:t>
            </a:r>
          </a:p>
        </p:txBody>
      </p:sp>
      <p:cxnSp>
        <p:nvCxnSpPr>
          <p:cNvPr id="3" name="Straight Connector 2">
            <a:extLst>
              <a:ext uri="{FF2B5EF4-FFF2-40B4-BE49-F238E27FC236}">
                <a16:creationId xmlns:a16="http://schemas.microsoft.com/office/drawing/2014/main" id="{B4FE29BA-5D9C-EFA6-BC14-DF813DB21B16}"/>
              </a:ext>
            </a:extLst>
          </p:cNvPr>
          <p:cNvCxnSpPr>
            <a:cxnSpLocks/>
          </p:cNvCxnSpPr>
          <p:nvPr/>
        </p:nvCxnSpPr>
        <p:spPr>
          <a:xfrm>
            <a:off x="4355976" y="326372"/>
            <a:ext cx="4788024" cy="0"/>
          </a:xfrm>
          <a:prstGeom prst="line">
            <a:avLst/>
          </a:prstGeom>
          <a:ln w="19050" cmpd="sng">
            <a:solidFill>
              <a:srgbClr val="FF0000"/>
            </a:solidFill>
          </a:ln>
        </p:spPr>
        <p:style>
          <a:lnRef idx="3">
            <a:schemeClr val="dk1"/>
          </a:lnRef>
          <a:fillRef idx="0">
            <a:schemeClr val="dk1"/>
          </a:fillRef>
          <a:effectRef idx="2">
            <a:schemeClr val="dk1"/>
          </a:effectRef>
          <a:fontRef idx="minor">
            <a:schemeClr val="tx1"/>
          </a:fontRef>
        </p:style>
      </p:cxnSp>
      <p:sp>
        <p:nvSpPr>
          <p:cNvPr id="36866" name="Rectangle 2">
            <a:extLst>
              <a:ext uri="{FF2B5EF4-FFF2-40B4-BE49-F238E27FC236}">
                <a16:creationId xmlns:a16="http://schemas.microsoft.com/office/drawing/2014/main" id="{2AC1ED29-A924-356D-AF1C-1F9FB9ED7F2F}"/>
              </a:ext>
            </a:extLst>
          </p:cNvPr>
          <p:cNvSpPr txBox="1">
            <a:spLocks noChangeArrowheads="1"/>
          </p:cNvSpPr>
          <p:nvPr/>
        </p:nvSpPr>
        <p:spPr bwMode="auto">
          <a:xfrm>
            <a:off x="3311352" y="492720"/>
            <a:ext cx="4501008"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3200" kern="1200">
                <a:solidFill>
                  <a:schemeClr val="bg1"/>
                </a:solidFill>
                <a:latin typeface="+mj-lt"/>
                <a:ea typeface="+mj-ea"/>
                <a:cs typeface="+mj-cs"/>
              </a:defRPr>
            </a:lvl1pPr>
            <a:lvl2pPr algn="l" rtl="0" eaLnBrk="1" fontAlgn="base" hangingPunct="1">
              <a:spcBef>
                <a:spcPct val="0"/>
              </a:spcBef>
              <a:spcAft>
                <a:spcPct val="0"/>
              </a:spcAft>
              <a:defRPr sz="3200">
                <a:solidFill>
                  <a:schemeClr val="bg1"/>
                </a:solidFill>
                <a:latin typeface="Arial" panose="020B0604020202020204" pitchFamily="34" charset="0"/>
              </a:defRPr>
            </a:lvl2pPr>
            <a:lvl3pPr algn="l" rtl="0" eaLnBrk="1" fontAlgn="base" hangingPunct="1">
              <a:spcBef>
                <a:spcPct val="0"/>
              </a:spcBef>
              <a:spcAft>
                <a:spcPct val="0"/>
              </a:spcAft>
              <a:defRPr sz="3200">
                <a:solidFill>
                  <a:schemeClr val="bg1"/>
                </a:solidFill>
                <a:latin typeface="Arial" panose="020B0604020202020204" pitchFamily="34" charset="0"/>
              </a:defRPr>
            </a:lvl3pPr>
            <a:lvl4pPr algn="l" rtl="0" eaLnBrk="1" fontAlgn="base" hangingPunct="1">
              <a:spcBef>
                <a:spcPct val="0"/>
              </a:spcBef>
              <a:spcAft>
                <a:spcPct val="0"/>
              </a:spcAft>
              <a:defRPr sz="3200">
                <a:solidFill>
                  <a:schemeClr val="bg1"/>
                </a:solidFill>
                <a:latin typeface="Arial" panose="020B0604020202020204" pitchFamily="34" charset="0"/>
              </a:defRPr>
            </a:lvl4pPr>
            <a:lvl5pPr algn="l" rtl="0" eaLnBrk="1" fontAlgn="base" hangingPunct="1">
              <a:spcBef>
                <a:spcPct val="0"/>
              </a:spcBef>
              <a:spcAft>
                <a:spcPct val="0"/>
              </a:spcAft>
              <a:defRPr sz="3200">
                <a:solidFill>
                  <a:schemeClr val="bg1"/>
                </a:solidFill>
                <a:latin typeface="Arial" panose="020B0604020202020204" pitchFamily="34" charset="0"/>
              </a:defRPr>
            </a:lvl5pPr>
            <a:lvl6pPr marL="457200" algn="l" rtl="0" eaLnBrk="1" fontAlgn="base" hangingPunct="1">
              <a:spcBef>
                <a:spcPct val="0"/>
              </a:spcBef>
              <a:spcAft>
                <a:spcPct val="0"/>
              </a:spcAft>
              <a:defRPr sz="3200">
                <a:solidFill>
                  <a:schemeClr val="bg1"/>
                </a:solidFill>
                <a:latin typeface="Arial" panose="020B0604020202020204" pitchFamily="34" charset="0"/>
              </a:defRPr>
            </a:lvl6pPr>
            <a:lvl7pPr marL="914400" algn="l" rtl="0" eaLnBrk="1" fontAlgn="base" hangingPunct="1">
              <a:spcBef>
                <a:spcPct val="0"/>
              </a:spcBef>
              <a:spcAft>
                <a:spcPct val="0"/>
              </a:spcAft>
              <a:defRPr sz="3200">
                <a:solidFill>
                  <a:schemeClr val="bg1"/>
                </a:solidFill>
                <a:latin typeface="Arial" panose="020B0604020202020204" pitchFamily="34" charset="0"/>
              </a:defRPr>
            </a:lvl7pPr>
            <a:lvl8pPr marL="1371600" algn="l" rtl="0" eaLnBrk="1" fontAlgn="base" hangingPunct="1">
              <a:spcBef>
                <a:spcPct val="0"/>
              </a:spcBef>
              <a:spcAft>
                <a:spcPct val="0"/>
              </a:spcAft>
              <a:defRPr sz="3200">
                <a:solidFill>
                  <a:schemeClr val="bg1"/>
                </a:solidFill>
                <a:latin typeface="Arial" panose="020B0604020202020204" pitchFamily="34" charset="0"/>
              </a:defRPr>
            </a:lvl8pPr>
            <a:lvl9pPr marL="1828800" algn="l" rtl="0" eaLnBrk="1" fontAlgn="base" hangingPunct="1">
              <a:spcBef>
                <a:spcPct val="0"/>
              </a:spcBef>
              <a:spcAft>
                <a:spcPct val="0"/>
              </a:spcAft>
              <a:defRPr sz="3200">
                <a:solidFill>
                  <a:schemeClr val="bg1"/>
                </a:solidFill>
                <a:latin typeface="Arial" panose="020B0604020202020204" pitchFamily="34" charset="0"/>
              </a:defRPr>
            </a:lvl9pPr>
          </a:lstStyle>
          <a:p>
            <a:r>
              <a:rPr lang="en-PH" altLang="en-US" sz="3100" b="1" dirty="0">
                <a:solidFill>
                  <a:schemeClr val="tx1"/>
                </a:solidFill>
                <a:latin typeface="Tahoma" panose="020B0604030504040204" pitchFamily="34" charset="0"/>
              </a:rPr>
              <a:t>The E-Commerce Law</a:t>
            </a:r>
            <a:endParaRPr lang="uk-UA" altLang="en-US" sz="3100" b="1" dirty="0">
              <a:solidFill>
                <a:schemeClr val="tx1"/>
              </a:solidFill>
              <a:latin typeface="Tahoma" panose="020B0604030504040204" pitchFamily="34" charset="0"/>
            </a:endParaRPr>
          </a:p>
        </p:txBody>
      </p:sp>
    </p:spTree>
    <p:extLst>
      <p:ext uri="{BB962C8B-B14F-4D97-AF65-F5344CB8AC3E}">
        <p14:creationId xmlns:p14="http://schemas.microsoft.com/office/powerpoint/2010/main" val="41498310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6867" name="Rectangle 3">
            <a:extLst>
              <a:ext uri="{FF2B5EF4-FFF2-40B4-BE49-F238E27FC236}">
                <a16:creationId xmlns:a16="http://schemas.microsoft.com/office/drawing/2014/main" id="{282E8B9F-E1F3-6A69-C46A-2A48412B59B0}"/>
              </a:ext>
            </a:extLst>
          </p:cNvPr>
          <p:cNvSpPr txBox="1">
            <a:spLocks noChangeArrowheads="1"/>
          </p:cNvSpPr>
          <p:nvPr/>
        </p:nvSpPr>
        <p:spPr bwMode="auto">
          <a:xfrm>
            <a:off x="1835696" y="1484784"/>
            <a:ext cx="7164288" cy="3456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2800" kern="1200">
                <a:solidFill>
                  <a:schemeClr val="bg1"/>
                </a:solidFill>
                <a:latin typeface="+mn-lt"/>
                <a:ea typeface="+mn-ea"/>
                <a:cs typeface="+mn-cs"/>
              </a:defRPr>
            </a:lvl1pPr>
            <a:lvl2pPr marL="742950" indent="-285750" algn="l" rtl="0" eaLnBrk="1" fontAlgn="base" hangingPunct="1">
              <a:spcBef>
                <a:spcPct val="20000"/>
              </a:spcBef>
              <a:spcAft>
                <a:spcPct val="0"/>
              </a:spcAft>
              <a:buChar char="–"/>
              <a:defRPr sz="2400" b="1" kern="1200">
                <a:solidFill>
                  <a:schemeClr val="bg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bg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Char char="•"/>
            </a:pPr>
            <a:r>
              <a:rPr lang="en-US" sz="2000" dirty="0">
                <a:solidFill>
                  <a:schemeClr val="tx1"/>
                </a:solidFill>
                <a:latin typeface="Century Gothic" panose="020B0502020202020204" pitchFamily="34" charset="0"/>
              </a:rPr>
              <a:t>T</a:t>
            </a:r>
            <a:r>
              <a:rPr lang="en-US" sz="2000" b="0" i="0" dirty="0">
                <a:solidFill>
                  <a:schemeClr val="tx1"/>
                </a:solidFill>
                <a:effectLst/>
                <a:latin typeface="Century Gothic" panose="020B0502020202020204" pitchFamily="34" charset="0"/>
              </a:rPr>
              <a:t>he E-Commerce Law aims to facilitate electronic transactions while upholding the security and integrity of online activities.</a:t>
            </a:r>
            <a:endParaRPr lang="en-PH" sz="2000" dirty="0">
              <a:solidFill>
                <a:schemeClr val="tx1"/>
              </a:solidFill>
              <a:latin typeface="Century Gothic" panose="020B0502020202020204" pitchFamily="34" charset="0"/>
            </a:endParaRPr>
          </a:p>
          <a:p>
            <a:pPr algn="just">
              <a:buFont typeface="Arial" panose="020B0604020202020204" pitchFamily="34" charset="0"/>
              <a:buChar char="•"/>
            </a:pPr>
            <a:r>
              <a:rPr lang="en-US" sz="2000" b="0" i="0" dirty="0">
                <a:solidFill>
                  <a:schemeClr val="tx1"/>
                </a:solidFill>
                <a:effectLst/>
                <a:latin typeface="Century Gothic" panose="020B0502020202020204" pitchFamily="34" charset="0"/>
              </a:rPr>
              <a:t>The E-Commerce Act aims to deter cybercrimes, including hacking, introduction of viruses, and piracy of copyrighted works, by imposing penal sanctions.</a:t>
            </a:r>
          </a:p>
          <a:p>
            <a:pPr algn="just">
              <a:buFont typeface="Arial" panose="020B0604020202020204" pitchFamily="34" charset="0"/>
              <a:buChar char="•"/>
            </a:pPr>
            <a:r>
              <a:rPr lang="en-US" sz="2000" b="0" i="0" dirty="0">
                <a:solidFill>
                  <a:schemeClr val="tx1"/>
                </a:solidFill>
                <a:effectLst/>
                <a:latin typeface="Century Gothic" panose="020B0502020202020204" pitchFamily="34" charset="0"/>
              </a:rPr>
              <a:t>It facilitates domestic and international transactions through electronic means, recognizing the authenticity and reliability of electronic documents.</a:t>
            </a:r>
            <a:endParaRPr lang="en-PH" sz="2000" dirty="0">
              <a:solidFill>
                <a:schemeClr val="tx1"/>
              </a:solidFill>
              <a:latin typeface="Century Gothic" panose="020B0502020202020204" pitchFamily="34" charset="0"/>
            </a:endParaRPr>
          </a:p>
        </p:txBody>
      </p:sp>
      <p:sp>
        <p:nvSpPr>
          <p:cNvPr id="2" name="TextBox 1">
            <a:extLst>
              <a:ext uri="{FF2B5EF4-FFF2-40B4-BE49-F238E27FC236}">
                <a16:creationId xmlns:a16="http://schemas.microsoft.com/office/drawing/2014/main" id="{61C5E2C3-A69A-885E-8621-4F77B0DAF9A6}"/>
              </a:ext>
            </a:extLst>
          </p:cNvPr>
          <p:cNvSpPr txBox="1"/>
          <p:nvPr/>
        </p:nvSpPr>
        <p:spPr>
          <a:xfrm>
            <a:off x="4355976" y="18596"/>
            <a:ext cx="5544616" cy="307777"/>
          </a:xfrm>
          <a:prstGeom prst="rect">
            <a:avLst/>
          </a:prstGeom>
          <a:noFill/>
        </p:spPr>
        <p:txBody>
          <a:bodyPr wrap="square" rtlCol="0">
            <a:spAutoFit/>
          </a:bodyPr>
          <a:lstStyle/>
          <a:p>
            <a:r>
              <a:rPr lang="en-PH" sz="1400" dirty="0">
                <a:solidFill>
                  <a:schemeClr val="accent1"/>
                </a:solidFill>
              </a:rPr>
              <a:t>IT 210 SOCIAL AND PROFESSIONAL ISSUES | BSIT 3A</a:t>
            </a:r>
          </a:p>
        </p:txBody>
      </p:sp>
      <p:cxnSp>
        <p:nvCxnSpPr>
          <p:cNvPr id="3" name="Straight Connector 2">
            <a:extLst>
              <a:ext uri="{FF2B5EF4-FFF2-40B4-BE49-F238E27FC236}">
                <a16:creationId xmlns:a16="http://schemas.microsoft.com/office/drawing/2014/main" id="{B4FE29BA-5D9C-EFA6-BC14-DF813DB21B16}"/>
              </a:ext>
            </a:extLst>
          </p:cNvPr>
          <p:cNvCxnSpPr>
            <a:cxnSpLocks/>
          </p:cNvCxnSpPr>
          <p:nvPr/>
        </p:nvCxnSpPr>
        <p:spPr>
          <a:xfrm>
            <a:off x="4355976" y="326372"/>
            <a:ext cx="4788024" cy="0"/>
          </a:xfrm>
          <a:prstGeom prst="line">
            <a:avLst/>
          </a:prstGeom>
          <a:ln w="19050" cmpd="sng">
            <a:solidFill>
              <a:srgbClr val="FF0000"/>
            </a:solidFill>
          </a:ln>
        </p:spPr>
        <p:style>
          <a:lnRef idx="3">
            <a:schemeClr val="dk1"/>
          </a:lnRef>
          <a:fillRef idx="0">
            <a:schemeClr val="dk1"/>
          </a:fillRef>
          <a:effectRef idx="2">
            <a:schemeClr val="dk1"/>
          </a:effectRef>
          <a:fontRef idx="minor">
            <a:schemeClr val="tx1"/>
          </a:fontRef>
        </p:style>
      </p:cxnSp>
      <p:sp>
        <p:nvSpPr>
          <p:cNvPr id="36866" name="Rectangle 2">
            <a:extLst>
              <a:ext uri="{FF2B5EF4-FFF2-40B4-BE49-F238E27FC236}">
                <a16:creationId xmlns:a16="http://schemas.microsoft.com/office/drawing/2014/main" id="{2AC1ED29-A924-356D-AF1C-1F9FB9ED7F2F}"/>
              </a:ext>
            </a:extLst>
          </p:cNvPr>
          <p:cNvSpPr txBox="1">
            <a:spLocks noChangeArrowheads="1"/>
          </p:cNvSpPr>
          <p:nvPr/>
        </p:nvSpPr>
        <p:spPr bwMode="auto">
          <a:xfrm>
            <a:off x="3167336" y="634149"/>
            <a:ext cx="4501008"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3200" kern="1200">
                <a:solidFill>
                  <a:schemeClr val="bg1"/>
                </a:solidFill>
                <a:latin typeface="+mj-lt"/>
                <a:ea typeface="+mj-ea"/>
                <a:cs typeface="+mj-cs"/>
              </a:defRPr>
            </a:lvl1pPr>
            <a:lvl2pPr algn="l" rtl="0" eaLnBrk="1" fontAlgn="base" hangingPunct="1">
              <a:spcBef>
                <a:spcPct val="0"/>
              </a:spcBef>
              <a:spcAft>
                <a:spcPct val="0"/>
              </a:spcAft>
              <a:defRPr sz="3200">
                <a:solidFill>
                  <a:schemeClr val="bg1"/>
                </a:solidFill>
                <a:latin typeface="Arial" panose="020B0604020202020204" pitchFamily="34" charset="0"/>
              </a:defRPr>
            </a:lvl2pPr>
            <a:lvl3pPr algn="l" rtl="0" eaLnBrk="1" fontAlgn="base" hangingPunct="1">
              <a:spcBef>
                <a:spcPct val="0"/>
              </a:spcBef>
              <a:spcAft>
                <a:spcPct val="0"/>
              </a:spcAft>
              <a:defRPr sz="3200">
                <a:solidFill>
                  <a:schemeClr val="bg1"/>
                </a:solidFill>
                <a:latin typeface="Arial" panose="020B0604020202020204" pitchFamily="34" charset="0"/>
              </a:defRPr>
            </a:lvl3pPr>
            <a:lvl4pPr algn="l" rtl="0" eaLnBrk="1" fontAlgn="base" hangingPunct="1">
              <a:spcBef>
                <a:spcPct val="0"/>
              </a:spcBef>
              <a:spcAft>
                <a:spcPct val="0"/>
              </a:spcAft>
              <a:defRPr sz="3200">
                <a:solidFill>
                  <a:schemeClr val="bg1"/>
                </a:solidFill>
                <a:latin typeface="Arial" panose="020B0604020202020204" pitchFamily="34" charset="0"/>
              </a:defRPr>
            </a:lvl4pPr>
            <a:lvl5pPr algn="l" rtl="0" eaLnBrk="1" fontAlgn="base" hangingPunct="1">
              <a:spcBef>
                <a:spcPct val="0"/>
              </a:spcBef>
              <a:spcAft>
                <a:spcPct val="0"/>
              </a:spcAft>
              <a:defRPr sz="3200">
                <a:solidFill>
                  <a:schemeClr val="bg1"/>
                </a:solidFill>
                <a:latin typeface="Arial" panose="020B0604020202020204" pitchFamily="34" charset="0"/>
              </a:defRPr>
            </a:lvl5pPr>
            <a:lvl6pPr marL="457200" algn="l" rtl="0" eaLnBrk="1" fontAlgn="base" hangingPunct="1">
              <a:spcBef>
                <a:spcPct val="0"/>
              </a:spcBef>
              <a:spcAft>
                <a:spcPct val="0"/>
              </a:spcAft>
              <a:defRPr sz="3200">
                <a:solidFill>
                  <a:schemeClr val="bg1"/>
                </a:solidFill>
                <a:latin typeface="Arial" panose="020B0604020202020204" pitchFamily="34" charset="0"/>
              </a:defRPr>
            </a:lvl6pPr>
            <a:lvl7pPr marL="914400" algn="l" rtl="0" eaLnBrk="1" fontAlgn="base" hangingPunct="1">
              <a:spcBef>
                <a:spcPct val="0"/>
              </a:spcBef>
              <a:spcAft>
                <a:spcPct val="0"/>
              </a:spcAft>
              <a:defRPr sz="3200">
                <a:solidFill>
                  <a:schemeClr val="bg1"/>
                </a:solidFill>
                <a:latin typeface="Arial" panose="020B0604020202020204" pitchFamily="34" charset="0"/>
              </a:defRPr>
            </a:lvl7pPr>
            <a:lvl8pPr marL="1371600" algn="l" rtl="0" eaLnBrk="1" fontAlgn="base" hangingPunct="1">
              <a:spcBef>
                <a:spcPct val="0"/>
              </a:spcBef>
              <a:spcAft>
                <a:spcPct val="0"/>
              </a:spcAft>
              <a:defRPr sz="3200">
                <a:solidFill>
                  <a:schemeClr val="bg1"/>
                </a:solidFill>
                <a:latin typeface="Arial" panose="020B0604020202020204" pitchFamily="34" charset="0"/>
              </a:defRPr>
            </a:lvl8pPr>
            <a:lvl9pPr marL="1828800" algn="l" rtl="0" eaLnBrk="1" fontAlgn="base" hangingPunct="1">
              <a:spcBef>
                <a:spcPct val="0"/>
              </a:spcBef>
              <a:spcAft>
                <a:spcPct val="0"/>
              </a:spcAft>
              <a:defRPr sz="3200">
                <a:solidFill>
                  <a:schemeClr val="bg1"/>
                </a:solidFill>
                <a:latin typeface="Arial" panose="020B0604020202020204" pitchFamily="34" charset="0"/>
              </a:defRPr>
            </a:lvl9pPr>
          </a:lstStyle>
          <a:p>
            <a:r>
              <a:rPr lang="en-PH" altLang="en-US" sz="3100" b="1" dirty="0">
                <a:solidFill>
                  <a:schemeClr val="tx1"/>
                </a:solidFill>
                <a:latin typeface="Tahoma" panose="020B0604030504040204" pitchFamily="34" charset="0"/>
              </a:rPr>
              <a:t>The E-Commerce Law</a:t>
            </a:r>
            <a:endParaRPr lang="uk-UA" altLang="en-US" sz="3100" b="1" dirty="0">
              <a:solidFill>
                <a:schemeClr val="tx1"/>
              </a:solidFill>
              <a:latin typeface="Tahoma" panose="020B0604030504040204" pitchFamily="34" charset="0"/>
            </a:endParaRPr>
          </a:p>
        </p:txBody>
      </p:sp>
    </p:spTree>
    <p:extLst>
      <p:ext uri="{BB962C8B-B14F-4D97-AF65-F5344CB8AC3E}">
        <p14:creationId xmlns:p14="http://schemas.microsoft.com/office/powerpoint/2010/main" val="37817897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2AC1ED29-A924-356D-AF1C-1F9FB9ED7F2F}"/>
              </a:ext>
            </a:extLst>
          </p:cNvPr>
          <p:cNvSpPr>
            <a:spLocks noGrp="1" noChangeArrowheads="1"/>
          </p:cNvSpPr>
          <p:nvPr>
            <p:ph type="title"/>
          </p:nvPr>
        </p:nvSpPr>
        <p:spPr>
          <a:xfrm>
            <a:off x="287016" y="855819"/>
            <a:ext cx="8856984" cy="1224434"/>
          </a:xfrm>
        </p:spPr>
        <p:txBody>
          <a:bodyPr/>
          <a:lstStyle/>
          <a:p>
            <a:pPr algn="ctr"/>
            <a:r>
              <a:rPr lang="en-PH" altLang="en-US" sz="3100" b="1" dirty="0">
                <a:latin typeface="Tahoma" panose="020B0604030504040204" pitchFamily="34" charset="0"/>
              </a:rPr>
              <a:t>SECTION 33. PENALTIES</a:t>
            </a:r>
            <a:endParaRPr lang="uk-UA" altLang="en-US" sz="3100" b="1" dirty="0">
              <a:latin typeface="Tahoma" panose="020B0604030504040204" pitchFamily="34" charset="0"/>
            </a:endParaRPr>
          </a:p>
        </p:txBody>
      </p:sp>
      <p:sp>
        <p:nvSpPr>
          <p:cNvPr id="3" name="TextBox 2">
            <a:extLst>
              <a:ext uri="{FF2B5EF4-FFF2-40B4-BE49-F238E27FC236}">
                <a16:creationId xmlns:a16="http://schemas.microsoft.com/office/drawing/2014/main" id="{8B967836-B8B5-1ACE-2449-ED231B7E45CE}"/>
              </a:ext>
            </a:extLst>
          </p:cNvPr>
          <p:cNvSpPr txBox="1"/>
          <p:nvPr/>
        </p:nvSpPr>
        <p:spPr>
          <a:xfrm>
            <a:off x="476164" y="1997839"/>
            <a:ext cx="8191672" cy="2862322"/>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a:solidFill>
                  <a:schemeClr val="bg1"/>
                </a:solidFill>
                <a:latin typeface="Century Gothic" panose="020B0502020202020204" pitchFamily="34" charset="0"/>
              </a:rPr>
              <a:t>Hacking or unauthorized access to computer systems, interference with information and communication systems, or introduction of viruses without consent is punishable by a fine ranging from P100,000.00 to an amount commensurate with the damage incurred.</a:t>
            </a:r>
          </a:p>
          <a:p>
            <a:pPr algn="just"/>
            <a:endParaRPr lang="en-US" sz="2000" dirty="0">
              <a:solidFill>
                <a:schemeClr val="bg1"/>
              </a:solidFill>
              <a:latin typeface="Century Gothic" panose="020B0502020202020204" pitchFamily="34" charset="0"/>
            </a:endParaRPr>
          </a:p>
          <a:p>
            <a:pPr marL="342900" indent="-342900" algn="just">
              <a:buFont typeface="Arial" panose="020B0604020202020204" pitchFamily="34" charset="0"/>
              <a:buChar char="•"/>
            </a:pPr>
            <a:r>
              <a:rPr lang="en-US" sz="2000" dirty="0">
                <a:solidFill>
                  <a:schemeClr val="bg1"/>
                </a:solidFill>
                <a:latin typeface="Century Gothic" panose="020B0502020202020204" pitchFamily="34" charset="0"/>
              </a:rPr>
              <a:t>Offenders may also face mandatory imprisonment of six (6) months to three (3) years, depending on the severity of the offense.</a:t>
            </a:r>
            <a:endParaRPr lang="en-PH" sz="2000" dirty="0">
              <a:solidFill>
                <a:schemeClr val="bg1"/>
              </a:solidFill>
              <a:latin typeface="Century Gothic" panose="020B0502020202020204" pitchFamily="34" charset="0"/>
            </a:endParaRPr>
          </a:p>
        </p:txBody>
      </p:sp>
      <p:sp>
        <p:nvSpPr>
          <p:cNvPr id="4" name="TextBox 3">
            <a:extLst>
              <a:ext uri="{FF2B5EF4-FFF2-40B4-BE49-F238E27FC236}">
                <a16:creationId xmlns:a16="http://schemas.microsoft.com/office/drawing/2014/main" id="{B710B12F-3C6C-8B7C-1D33-15D7DA8D0AD8}"/>
              </a:ext>
            </a:extLst>
          </p:cNvPr>
          <p:cNvSpPr txBox="1"/>
          <p:nvPr/>
        </p:nvSpPr>
        <p:spPr>
          <a:xfrm>
            <a:off x="4355976" y="146248"/>
            <a:ext cx="5544616" cy="307777"/>
          </a:xfrm>
          <a:prstGeom prst="rect">
            <a:avLst/>
          </a:prstGeom>
          <a:noFill/>
        </p:spPr>
        <p:txBody>
          <a:bodyPr wrap="square" rtlCol="0">
            <a:spAutoFit/>
          </a:bodyPr>
          <a:lstStyle/>
          <a:p>
            <a:r>
              <a:rPr lang="en-PH" sz="1400" dirty="0">
                <a:solidFill>
                  <a:schemeClr val="accent1"/>
                </a:solidFill>
              </a:rPr>
              <a:t>IT 210 SOCIAL AND PROFESSIONAL ISSUES | BSIT 3A</a:t>
            </a:r>
          </a:p>
        </p:txBody>
      </p:sp>
      <p:cxnSp>
        <p:nvCxnSpPr>
          <p:cNvPr id="5" name="Straight Connector 4">
            <a:extLst>
              <a:ext uri="{FF2B5EF4-FFF2-40B4-BE49-F238E27FC236}">
                <a16:creationId xmlns:a16="http://schemas.microsoft.com/office/drawing/2014/main" id="{F5AA3131-3034-15D6-A10C-660EB6E52001}"/>
              </a:ext>
            </a:extLst>
          </p:cNvPr>
          <p:cNvCxnSpPr>
            <a:cxnSpLocks/>
          </p:cNvCxnSpPr>
          <p:nvPr/>
        </p:nvCxnSpPr>
        <p:spPr>
          <a:xfrm>
            <a:off x="4355976" y="454024"/>
            <a:ext cx="4788024" cy="0"/>
          </a:xfrm>
          <a:prstGeom prst="line">
            <a:avLst/>
          </a:prstGeom>
          <a:ln w="19050" cmpd="sng">
            <a:solidFill>
              <a:srgbClr val="FF0000"/>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0013012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6867" name="Rectangle 3">
            <a:extLst>
              <a:ext uri="{FF2B5EF4-FFF2-40B4-BE49-F238E27FC236}">
                <a16:creationId xmlns:a16="http://schemas.microsoft.com/office/drawing/2014/main" id="{282E8B9F-E1F3-6A69-C46A-2A48412B59B0}"/>
              </a:ext>
            </a:extLst>
          </p:cNvPr>
          <p:cNvSpPr txBox="1">
            <a:spLocks noChangeArrowheads="1"/>
          </p:cNvSpPr>
          <p:nvPr/>
        </p:nvSpPr>
        <p:spPr bwMode="auto">
          <a:xfrm>
            <a:off x="1835696" y="1484783"/>
            <a:ext cx="7164288" cy="6480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2800" kern="1200">
                <a:solidFill>
                  <a:schemeClr val="bg1"/>
                </a:solidFill>
                <a:latin typeface="+mn-lt"/>
                <a:ea typeface="+mn-ea"/>
                <a:cs typeface="+mn-cs"/>
              </a:defRPr>
            </a:lvl1pPr>
            <a:lvl2pPr marL="742950" indent="-285750" algn="l" rtl="0" eaLnBrk="1" fontAlgn="base" hangingPunct="1">
              <a:spcBef>
                <a:spcPct val="20000"/>
              </a:spcBef>
              <a:spcAft>
                <a:spcPct val="0"/>
              </a:spcAft>
              <a:buChar char="–"/>
              <a:defRPr sz="2400" b="1" kern="1200">
                <a:solidFill>
                  <a:schemeClr val="bg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bg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Char char="•"/>
            </a:pPr>
            <a:r>
              <a:rPr lang="en-US" sz="1800" dirty="0">
                <a:solidFill>
                  <a:schemeClr val="tx1"/>
                </a:solidFill>
                <a:latin typeface="Century Gothic" panose="020B0502020202020204" pitchFamily="34" charset="0"/>
              </a:rPr>
              <a:t>The Philippines, where the virus originated, did not have cybercrime laws in force at the time of the attack, making it difficult to prosecute the author locally.</a:t>
            </a:r>
          </a:p>
          <a:p>
            <a:pPr algn="just">
              <a:buFont typeface="Arial" panose="020B0604020202020204" pitchFamily="34" charset="0"/>
              <a:buChar char="•"/>
            </a:pPr>
            <a:r>
              <a:rPr lang="en-US" sz="1800" dirty="0">
                <a:solidFill>
                  <a:schemeClr val="tx1"/>
                </a:solidFill>
                <a:latin typeface="Century Gothic" panose="020B0502020202020204" pitchFamily="34" charset="0"/>
              </a:rPr>
              <a:t>Even in countries with existing cybercrime laws, prosecuting the author proved challenging due to the nature of penal statutes.</a:t>
            </a:r>
          </a:p>
          <a:p>
            <a:pPr algn="just">
              <a:buFont typeface="Arial" panose="020B0604020202020204" pitchFamily="34" charset="0"/>
              <a:buChar char="•"/>
            </a:pPr>
            <a:r>
              <a:rPr lang="en-US" sz="1800" dirty="0">
                <a:solidFill>
                  <a:schemeClr val="tx1"/>
                </a:solidFill>
                <a:latin typeface="Century Gothic" panose="020B0502020202020204" pitchFamily="34" charset="0"/>
              </a:rPr>
              <a:t>Penal statutes, such as those governing cybercrimes, are subject to the principle of territoriality, meaning the laws of the place where the crime occurred apply.</a:t>
            </a:r>
          </a:p>
          <a:p>
            <a:pPr algn="just">
              <a:buFont typeface="Arial" panose="020B0604020202020204" pitchFamily="34" charset="0"/>
              <a:buChar char="•"/>
            </a:pPr>
            <a:r>
              <a:rPr lang="en-US" sz="1800" dirty="0">
                <a:solidFill>
                  <a:schemeClr val="tx1"/>
                </a:solidFill>
                <a:latin typeface="Century Gothic" panose="020B0502020202020204" pitchFamily="34" charset="0"/>
              </a:rPr>
              <a:t>Since the crime was committed in the Philippines, Philippine law would be applicable. However, the laws at that time were insufficient to prosecute such acts.</a:t>
            </a:r>
          </a:p>
          <a:p>
            <a:pPr algn="just">
              <a:buFont typeface="Arial" panose="020B0604020202020204" pitchFamily="34" charset="0"/>
              <a:buChar char="•"/>
            </a:pPr>
            <a:r>
              <a:rPr lang="en-US" sz="1800" dirty="0">
                <a:solidFill>
                  <a:schemeClr val="tx1"/>
                </a:solidFill>
                <a:latin typeface="Century Gothic" panose="020B0502020202020204" pitchFamily="34" charset="0"/>
              </a:rPr>
              <a:t>The enactment of the E-Commerce law, while addressing cybercrimes, could not be applied retroactively to prosecute the author, as penal laws generally cannot have a retroactive effect unless favorable to the accused.</a:t>
            </a:r>
            <a:endParaRPr lang="en-PH" sz="1800" dirty="0">
              <a:solidFill>
                <a:schemeClr val="tx1"/>
              </a:solidFill>
              <a:latin typeface="Century Gothic" panose="020B0502020202020204" pitchFamily="34" charset="0"/>
            </a:endParaRPr>
          </a:p>
        </p:txBody>
      </p:sp>
      <p:sp>
        <p:nvSpPr>
          <p:cNvPr id="2" name="TextBox 1">
            <a:extLst>
              <a:ext uri="{FF2B5EF4-FFF2-40B4-BE49-F238E27FC236}">
                <a16:creationId xmlns:a16="http://schemas.microsoft.com/office/drawing/2014/main" id="{61C5E2C3-A69A-885E-8621-4F77B0DAF9A6}"/>
              </a:ext>
            </a:extLst>
          </p:cNvPr>
          <p:cNvSpPr txBox="1"/>
          <p:nvPr/>
        </p:nvSpPr>
        <p:spPr>
          <a:xfrm>
            <a:off x="4355976" y="18596"/>
            <a:ext cx="5544616" cy="307777"/>
          </a:xfrm>
          <a:prstGeom prst="rect">
            <a:avLst/>
          </a:prstGeom>
          <a:noFill/>
        </p:spPr>
        <p:txBody>
          <a:bodyPr wrap="square" rtlCol="0">
            <a:spAutoFit/>
          </a:bodyPr>
          <a:lstStyle/>
          <a:p>
            <a:r>
              <a:rPr lang="en-PH" sz="1400" dirty="0">
                <a:solidFill>
                  <a:schemeClr val="accent1"/>
                </a:solidFill>
              </a:rPr>
              <a:t>IT 210 SOCIAL AND PROFESSIONAL ISSUES | BSIT 3A</a:t>
            </a:r>
          </a:p>
        </p:txBody>
      </p:sp>
      <p:cxnSp>
        <p:nvCxnSpPr>
          <p:cNvPr id="3" name="Straight Connector 2">
            <a:extLst>
              <a:ext uri="{FF2B5EF4-FFF2-40B4-BE49-F238E27FC236}">
                <a16:creationId xmlns:a16="http://schemas.microsoft.com/office/drawing/2014/main" id="{B4FE29BA-5D9C-EFA6-BC14-DF813DB21B16}"/>
              </a:ext>
            </a:extLst>
          </p:cNvPr>
          <p:cNvCxnSpPr>
            <a:cxnSpLocks/>
          </p:cNvCxnSpPr>
          <p:nvPr/>
        </p:nvCxnSpPr>
        <p:spPr>
          <a:xfrm>
            <a:off x="4355976" y="326372"/>
            <a:ext cx="4788024" cy="0"/>
          </a:xfrm>
          <a:prstGeom prst="line">
            <a:avLst/>
          </a:prstGeom>
          <a:ln w="19050" cmpd="sng">
            <a:solidFill>
              <a:srgbClr val="FF0000"/>
            </a:solidFill>
          </a:ln>
        </p:spPr>
        <p:style>
          <a:lnRef idx="3">
            <a:schemeClr val="dk1"/>
          </a:lnRef>
          <a:fillRef idx="0">
            <a:schemeClr val="dk1"/>
          </a:fillRef>
          <a:effectRef idx="2">
            <a:schemeClr val="dk1"/>
          </a:effectRef>
          <a:fontRef idx="minor">
            <a:schemeClr val="tx1"/>
          </a:fontRef>
        </p:style>
      </p:cxnSp>
      <p:sp>
        <p:nvSpPr>
          <p:cNvPr id="36866" name="Rectangle 2">
            <a:extLst>
              <a:ext uri="{FF2B5EF4-FFF2-40B4-BE49-F238E27FC236}">
                <a16:creationId xmlns:a16="http://schemas.microsoft.com/office/drawing/2014/main" id="{2AC1ED29-A924-356D-AF1C-1F9FB9ED7F2F}"/>
              </a:ext>
            </a:extLst>
          </p:cNvPr>
          <p:cNvSpPr txBox="1">
            <a:spLocks noChangeArrowheads="1"/>
          </p:cNvSpPr>
          <p:nvPr/>
        </p:nvSpPr>
        <p:spPr bwMode="auto">
          <a:xfrm>
            <a:off x="2411760" y="634149"/>
            <a:ext cx="6373216"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3200" kern="1200">
                <a:solidFill>
                  <a:schemeClr val="bg1"/>
                </a:solidFill>
                <a:latin typeface="+mj-lt"/>
                <a:ea typeface="+mj-ea"/>
                <a:cs typeface="+mj-cs"/>
              </a:defRPr>
            </a:lvl1pPr>
            <a:lvl2pPr algn="l" rtl="0" eaLnBrk="1" fontAlgn="base" hangingPunct="1">
              <a:spcBef>
                <a:spcPct val="0"/>
              </a:spcBef>
              <a:spcAft>
                <a:spcPct val="0"/>
              </a:spcAft>
              <a:defRPr sz="3200">
                <a:solidFill>
                  <a:schemeClr val="bg1"/>
                </a:solidFill>
                <a:latin typeface="Arial" panose="020B0604020202020204" pitchFamily="34" charset="0"/>
              </a:defRPr>
            </a:lvl2pPr>
            <a:lvl3pPr algn="l" rtl="0" eaLnBrk="1" fontAlgn="base" hangingPunct="1">
              <a:spcBef>
                <a:spcPct val="0"/>
              </a:spcBef>
              <a:spcAft>
                <a:spcPct val="0"/>
              </a:spcAft>
              <a:defRPr sz="3200">
                <a:solidFill>
                  <a:schemeClr val="bg1"/>
                </a:solidFill>
                <a:latin typeface="Arial" panose="020B0604020202020204" pitchFamily="34" charset="0"/>
              </a:defRPr>
            </a:lvl3pPr>
            <a:lvl4pPr algn="l" rtl="0" eaLnBrk="1" fontAlgn="base" hangingPunct="1">
              <a:spcBef>
                <a:spcPct val="0"/>
              </a:spcBef>
              <a:spcAft>
                <a:spcPct val="0"/>
              </a:spcAft>
              <a:defRPr sz="3200">
                <a:solidFill>
                  <a:schemeClr val="bg1"/>
                </a:solidFill>
                <a:latin typeface="Arial" panose="020B0604020202020204" pitchFamily="34" charset="0"/>
              </a:defRPr>
            </a:lvl4pPr>
            <a:lvl5pPr algn="l" rtl="0" eaLnBrk="1" fontAlgn="base" hangingPunct="1">
              <a:spcBef>
                <a:spcPct val="0"/>
              </a:spcBef>
              <a:spcAft>
                <a:spcPct val="0"/>
              </a:spcAft>
              <a:defRPr sz="3200">
                <a:solidFill>
                  <a:schemeClr val="bg1"/>
                </a:solidFill>
                <a:latin typeface="Arial" panose="020B0604020202020204" pitchFamily="34" charset="0"/>
              </a:defRPr>
            </a:lvl5pPr>
            <a:lvl6pPr marL="457200" algn="l" rtl="0" eaLnBrk="1" fontAlgn="base" hangingPunct="1">
              <a:spcBef>
                <a:spcPct val="0"/>
              </a:spcBef>
              <a:spcAft>
                <a:spcPct val="0"/>
              </a:spcAft>
              <a:defRPr sz="3200">
                <a:solidFill>
                  <a:schemeClr val="bg1"/>
                </a:solidFill>
                <a:latin typeface="Arial" panose="020B0604020202020204" pitchFamily="34" charset="0"/>
              </a:defRPr>
            </a:lvl6pPr>
            <a:lvl7pPr marL="914400" algn="l" rtl="0" eaLnBrk="1" fontAlgn="base" hangingPunct="1">
              <a:spcBef>
                <a:spcPct val="0"/>
              </a:spcBef>
              <a:spcAft>
                <a:spcPct val="0"/>
              </a:spcAft>
              <a:defRPr sz="3200">
                <a:solidFill>
                  <a:schemeClr val="bg1"/>
                </a:solidFill>
                <a:latin typeface="Arial" panose="020B0604020202020204" pitchFamily="34" charset="0"/>
              </a:defRPr>
            </a:lvl7pPr>
            <a:lvl8pPr marL="1371600" algn="l" rtl="0" eaLnBrk="1" fontAlgn="base" hangingPunct="1">
              <a:spcBef>
                <a:spcPct val="0"/>
              </a:spcBef>
              <a:spcAft>
                <a:spcPct val="0"/>
              </a:spcAft>
              <a:defRPr sz="3200">
                <a:solidFill>
                  <a:schemeClr val="bg1"/>
                </a:solidFill>
                <a:latin typeface="Arial" panose="020B0604020202020204" pitchFamily="34" charset="0"/>
              </a:defRPr>
            </a:lvl8pPr>
            <a:lvl9pPr marL="1828800" algn="l" rtl="0" eaLnBrk="1" fontAlgn="base" hangingPunct="1">
              <a:spcBef>
                <a:spcPct val="0"/>
              </a:spcBef>
              <a:spcAft>
                <a:spcPct val="0"/>
              </a:spcAft>
              <a:defRPr sz="3200">
                <a:solidFill>
                  <a:schemeClr val="bg1"/>
                </a:solidFill>
                <a:latin typeface="Arial" panose="020B0604020202020204" pitchFamily="34" charset="0"/>
              </a:defRPr>
            </a:lvl9pPr>
          </a:lstStyle>
          <a:p>
            <a:pPr algn="just"/>
            <a:r>
              <a:rPr lang="en-US" altLang="en-US" sz="2000" b="1" dirty="0">
                <a:solidFill>
                  <a:schemeClr val="tx1"/>
                </a:solidFill>
                <a:latin typeface="Tahoma" panose="020B0604030504040204" pitchFamily="34" charset="0"/>
              </a:rPr>
              <a:t>Reasons why other countries could not prosecute the author of the "I LOVE YOU" virus</a:t>
            </a:r>
            <a:endParaRPr lang="uk-UA" altLang="en-US" sz="2000" b="1" dirty="0">
              <a:solidFill>
                <a:schemeClr val="tx1"/>
              </a:solidFill>
              <a:latin typeface="Tahoma" panose="020B0604030504040204" pitchFamily="34" charset="0"/>
            </a:endParaRPr>
          </a:p>
        </p:txBody>
      </p:sp>
    </p:spTree>
    <p:extLst>
      <p:ext uri="{BB962C8B-B14F-4D97-AF65-F5344CB8AC3E}">
        <p14:creationId xmlns:p14="http://schemas.microsoft.com/office/powerpoint/2010/main" val="16967900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6867" name="Rectangle 3">
            <a:extLst>
              <a:ext uri="{FF2B5EF4-FFF2-40B4-BE49-F238E27FC236}">
                <a16:creationId xmlns:a16="http://schemas.microsoft.com/office/drawing/2014/main" id="{282E8B9F-E1F3-6A69-C46A-2A48412B59B0}"/>
              </a:ext>
            </a:extLst>
          </p:cNvPr>
          <p:cNvSpPr txBox="1">
            <a:spLocks noChangeArrowheads="1"/>
          </p:cNvSpPr>
          <p:nvPr/>
        </p:nvSpPr>
        <p:spPr bwMode="auto">
          <a:xfrm>
            <a:off x="1835696" y="1484783"/>
            <a:ext cx="7164288" cy="6480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2800" kern="1200">
                <a:solidFill>
                  <a:schemeClr val="bg1"/>
                </a:solidFill>
                <a:latin typeface="+mn-lt"/>
                <a:ea typeface="+mn-ea"/>
                <a:cs typeface="+mn-cs"/>
              </a:defRPr>
            </a:lvl1pPr>
            <a:lvl2pPr marL="742950" indent="-285750" algn="l" rtl="0" eaLnBrk="1" fontAlgn="base" hangingPunct="1">
              <a:spcBef>
                <a:spcPct val="20000"/>
              </a:spcBef>
              <a:spcAft>
                <a:spcPct val="0"/>
              </a:spcAft>
              <a:buChar char="–"/>
              <a:defRPr sz="2400" b="1" kern="1200">
                <a:solidFill>
                  <a:schemeClr val="bg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bg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Char char="•"/>
            </a:pPr>
            <a:r>
              <a:rPr lang="en-US" sz="1400" dirty="0">
                <a:solidFill>
                  <a:schemeClr val="tx1"/>
                </a:solidFill>
                <a:latin typeface="Century Gothic" panose="020B0502020202020204" pitchFamily="34" charset="0"/>
              </a:rPr>
              <a:t>The Cybercrime Law initially included provisions similar to the Anti-Photo or Video Voyeurism Act of 2009 (RA 9995). However, due to the urgency prompted by the Hayden Kho and Katrina Halili Sex Video Scandal, Congress quickly enacted RA 9995 separately, resulting in the deletion of these features from the Cybercrime Law.</a:t>
            </a:r>
          </a:p>
          <a:p>
            <a:pPr algn="just">
              <a:buFont typeface="Arial" panose="020B0604020202020204" pitchFamily="34" charset="0"/>
              <a:buChar char="•"/>
            </a:pPr>
            <a:r>
              <a:rPr lang="en-US" sz="1400" dirty="0">
                <a:solidFill>
                  <a:schemeClr val="tx1"/>
                </a:solidFill>
                <a:latin typeface="Century Gothic" panose="020B0502020202020204" pitchFamily="34" charset="0"/>
              </a:rPr>
              <a:t>In the case, sex videos of Katrina Halili and Hayden Kho were uploaded to the internet, causing widespread public viewing and discussion.</a:t>
            </a:r>
          </a:p>
          <a:p>
            <a:pPr algn="just">
              <a:buFont typeface="Arial" panose="020B0604020202020204" pitchFamily="34" charset="0"/>
              <a:buChar char="•"/>
            </a:pPr>
            <a:r>
              <a:rPr lang="en-US" sz="1400" dirty="0">
                <a:solidFill>
                  <a:schemeClr val="tx1"/>
                </a:solidFill>
                <a:latin typeface="Century Gothic" panose="020B0502020202020204" pitchFamily="34" charset="0"/>
              </a:rPr>
              <a:t>Despite Halili's claims of lack of awareness of the video recordings, the court dismissed her claim for civil damages against Kho for lack of merit.</a:t>
            </a:r>
          </a:p>
          <a:p>
            <a:pPr algn="just">
              <a:buFont typeface="Arial" panose="020B0604020202020204" pitchFamily="34" charset="0"/>
              <a:buChar char="•"/>
            </a:pPr>
            <a:r>
              <a:rPr lang="en-US" sz="1400" dirty="0">
                <a:solidFill>
                  <a:schemeClr val="tx1"/>
                </a:solidFill>
                <a:latin typeface="Century Gothic" panose="020B0502020202020204" pitchFamily="34" charset="0"/>
              </a:rPr>
              <a:t>Judge Rodolfo Bonifacio stated that Halili's consent to prior video recordings with Kho made it unlikely that she was unaware of the recordings during their sexual intercourse.</a:t>
            </a:r>
          </a:p>
          <a:p>
            <a:pPr algn="just">
              <a:buFont typeface="Arial" panose="020B0604020202020204" pitchFamily="34" charset="0"/>
              <a:buChar char="•"/>
            </a:pPr>
            <a:r>
              <a:rPr lang="en-US" sz="1400" dirty="0">
                <a:solidFill>
                  <a:schemeClr val="tx1"/>
                </a:solidFill>
                <a:latin typeface="Century Gothic" panose="020B0502020202020204" pitchFamily="34" charset="0"/>
              </a:rPr>
              <a:t>Even if Halili did not consent to the recordings, it would not have changed the court's decision. The acts in question occurred before the enactment of RA 9995 and therefore could not be retroactively applied.</a:t>
            </a:r>
          </a:p>
          <a:p>
            <a:pPr algn="just">
              <a:buFont typeface="Arial" panose="020B0604020202020204" pitchFamily="34" charset="0"/>
              <a:buChar char="•"/>
            </a:pPr>
            <a:r>
              <a:rPr lang="en-US" sz="1400" dirty="0">
                <a:solidFill>
                  <a:schemeClr val="tx1"/>
                </a:solidFill>
                <a:latin typeface="Century Gothic" panose="020B0502020202020204" pitchFamily="34" charset="0"/>
              </a:rPr>
              <a:t>The court emphasized that RA 9995 would be the applicable law if similar acts were committed today, distinguishing between RA 9262 (Anti-Violence Against Women and their Children Act of 2004) and RA 9995.</a:t>
            </a:r>
          </a:p>
          <a:p>
            <a:pPr algn="just">
              <a:buFont typeface="Arial" panose="020B0604020202020204" pitchFamily="34" charset="0"/>
              <a:buChar char="•"/>
            </a:pPr>
            <a:r>
              <a:rPr lang="en-US" sz="1400" dirty="0">
                <a:solidFill>
                  <a:schemeClr val="tx1"/>
                </a:solidFill>
                <a:latin typeface="Century Gothic" panose="020B0502020202020204" pitchFamily="34" charset="0"/>
              </a:rPr>
              <a:t>The enactment of RA 9995 was seen as fulfilling Halili's intention to protect women from similar experiences in the future, as it provides legal recourse against photo or video voyeurism regardless of gender.</a:t>
            </a:r>
            <a:endParaRPr lang="en-PH" sz="1400" dirty="0">
              <a:solidFill>
                <a:schemeClr val="tx1"/>
              </a:solidFill>
              <a:latin typeface="Century Gothic" panose="020B0502020202020204" pitchFamily="34" charset="0"/>
            </a:endParaRPr>
          </a:p>
        </p:txBody>
      </p:sp>
      <p:sp>
        <p:nvSpPr>
          <p:cNvPr id="2" name="TextBox 1">
            <a:extLst>
              <a:ext uri="{FF2B5EF4-FFF2-40B4-BE49-F238E27FC236}">
                <a16:creationId xmlns:a16="http://schemas.microsoft.com/office/drawing/2014/main" id="{61C5E2C3-A69A-885E-8621-4F77B0DAF9A6}"/>
              </a:ext>
            </a:extLst>
          </p:cNvPr>
          <p:cNvSpPr txBox="1"/>
          <p:nvPr/>
        </p:nvSpPr>
        <p:spPr>
          <a:xfrm>
            <a:off x="4355976" y="18596"/>
            <a:ext cx="5544616" cy="307777"/>
          </a:xfrm>
          <a:prstGeom prst="rect">
            <a:avLst/>
          </a:prstGeom>
          <a:noFill/>
        </p:spPr>
        <p:txBody>
          <a:bodyPr wrap="square" rtlCol="0">
            <a:spAutoFit/>
          </a:bodyPr>
          <a:lstStyle/>
          <a:p>
            <a:r>
              <a:rPr lang="en-PH" sz="1400" dirty="0">
                <a:solidFill>
                  <a:schemeClr val="accent1"/>
                </a:solidFill>
              </a:rPr>
              <a:t>IT 210 SOCIAL AND PROFESSIONAL ISSUES | BSIT 3A</a:t>
            </a:r>
          </a:p>
        </p:txBody>
      </p:sp>
      <p:cxnSp>
        <p:nvCxnSpPr>
          <p:cNvPr id="3" name="Straight Connector 2">
            <a:extLst>
              <a:ext uri="{FF2B5EF4-FFF2-40B4-BE49-F238E27FC236}">
                <a16:creationId xmlns:a16="http://schemas.microsoft.com/office/drawing/2014/main" id="{B4FE29BA-5D9C-EFA6-BC14-DF813DB21B16}"/>
              </a:ext>
            </a:extLst>
          </p:cNvPr>
          <p:cNvCxnSpPr>
            <a:cxnSpLocks/>
          </p:cNvCxnSpPr>
          <p:nvPr/>
        </p:nvCxnSpPr>
        <p:spPr>
          <a:xfrm>
            <a:off x="4355976" y="326372"/>
            <a:ext cx="4788024" cy="0"/>
          </a:xfrm>
          <a:prstGeom prst="line">
            <a:avLst/>
          </a:prstGeom>
          <a:ln w="19050" cmpd="sng">
            <a:solidFill>
              <a:srgbClr val="FF0000"/>
            </a:solidFill>
          </a:ln>
        </p:spPr>
        <p:style>
          <a:lnRef idx="3">
            <a:schemeClr val="dk1"/>
          </a:lnRef>
          <a:fillRef idx="0">
            <a:schemeClr val="dk1"/>
          </a:fillRef>
          <a:effectRef idx="2">
            <a:schemeClr val="dk1"/>
          </a:effectRef>
          <a:fontRef idx="minor">
            <a:schemeClr val="tx1"/>
          </a:fontRef>
        </p:style>
      </p:cxnSp>
      <p:sp>
        <p:nvSpPr>
          <p:cNvPr id="36866" name="Rectangle 2">
            <a:extLst>
              <a:ext uri="{FF2B5EF4-FFF2-40B4-BE49-F238E27FC236}">
                <a16:creationId xmlns:a16="http://schemas.microsoft.com/office/drawing/2014/main" id="{2AC1ED29-A924-356D-AF1C-1F9FB9ED7F2F}"/>
              </a:ext>
            </a:extLst>
          </p:cNvPr>
          <p:cNvSpPr txBox="1">
            <a:spLocks noChangeArrowheads="1"/>
          </p:cNvSpPr>
          <p:nvPr/>
        </p:nvSpPr>
        <p:spPr bwMode="auto">
          <a:xfrm>
            <a:off x="2411760" y="634149"/>
            <a:ext cx="6373216"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3200" kern="1200">
                <a:solidFill>
                  <a:schemeClr val="bg1"/>
                </a:solidFill>
                <a:latin typeface="+mj-lt"/>
                <a:ea typeface="+mj-ea"/>
                <a:cs typeface="+mj-cs"/>
              </a:defRPr>
            </a:lvl1pPr>
            <a:lvl2pPr algn="l" rtl="0" eaLnBrk="1" fontAlgn="base" hangingPunct="1">
              <a:spcBef>
                <a:spcPct val="0"/>
              </a:spcBef>
              <a:spcAft>
                <a:spcPct val="0"/>
              </a:spcAft>
              <a:defRPr sz="3200">
                <a:solidFill>
                  <a:schemeClr val="bg1"/>
                </a:solidFill>
                <a:latin typeface="Arial" panose="020B0604020202020204" pitchFamily="34" charset="0"/>
              </a:defRPr>
            </a:lvl2pPr>
            <a:lvl3pPr algn="l" rtl="0" eaLnBrk="1" fontAlgn="base" hangingPunct="1">
              <a:spcBef>
                <a:spcPct val="0"/>
              </a:spcBef>
              <a:spcAft>
                <a:spcPct val="0"/>
              </a:spcAft>
              <a:defRPr sz="3200">
                <a:solidFill>
                  <a:schemeClr val="bg1"/>
                </a:solidFill>
                <a:latin typeface="Arial" panose="020B0604020202020204" pitchFamily="34" charset="0"/>
              </a:defRPr>
            </a:lvl3pPr>
            <a:lvl4pPr algn="l" rtl="0" eaLnBrk="1" fontAlgn="base" hangingPunct="1">
              <a:spcBef>
                <a:spcPct val="0"/>
              </a:spcBef>
              <a:spcAft>
                <a:spcPct val="0"/>
              </a:spcAft>
              <a:defRPr sz="3200">
                <a:solidFill>
                  <a:schemeClr val="bg1"/>
                </a:solidFill>
                <a:latin typeface="Arial" panose="020B0604020202020204" pitchFamily="34" charset="0"/>
              </a:defRPr>
            </a:lvl4pPr>
            <a:lvl5pPr algn="l" rtl="0" eaLnBrk="1" fontAlgn="base" hangingPunct="1">
              <a:spcBef>
                <a:spcPct val="0"/>
              </a:spcBef>
              <a:spcAft>
                <a:spcPct val="0"/>
              </a:spcAft>
              <a:defRPr sz="3200">
                <a:solidFill>
                  <a:schemeClr val="bg1"/>
                </a:solidFill>
                <a:latin typeface="Arial" panose="020B0604020202020204" pitchFamily="34" charset="0"/>
              </a:defRPr>
            </a:lvl5pPr>
            <a:lvl6pPr marL="457200" algn="l" rtl="0" eaLnBrk="1" fontAlgn="base" hangingPunct="1">
              <a:spcBef>
                <a:spcPct val="0"/>
              </a:spcBef>
              <a:spcAft>
                <a:spcPct val="0"/>
              </a:spcAft>
              <a:defRPr sz="3200">
                <a:solidFill>
                  <a:schemeClr val="bg1"/>
                </a:solidFill>
                <a:latin typeface="Arial" panose="020B0604020202020204" pitchFamily="34" charset="0"/>
              </a:defRPr>
            </a:lvl6pPr>
            <a:lvl7pPr marL="914400" algn="l" rtl="0" eaLnBrk="1" fontAlgn="base" hangingPunct="1">
              <a:spcBef>
                <a:spcPct val="0"/>
              </a:spcBef>
              <a:spcAft>
                <a:spcPct val="0"/>
              </a:spcAft>
              <a:defRPr sz="3200">
                <a:solidFill>
                  <a:schemeClr val="bg1"/>
                </a:solidFill>
                <a:latin typeface="Arial" panose="020B0604020202020204" pitchFamily="34" charset="0"/>
              </a:defRPr>
            </a:lvl7pPr>
            <a:lvl8pPr marL="1371600" algn="l" rtl="0" eaLnBrk="1" fontAlgn="base" hangingPunct="1">
              <a:spcBef>
                <a:spcPct val="0"/>
              </a:spcBef>
              <a:spcAft>
                <a:spcPct val="0"/>
              </a:spcAft>
              <a:defRPr sz="3200">
                <a:solidFill>
                  <a:schemeClr val="bg1"/>
                </a:solidFill>
                <a:latin typeface="Arial" panose="020B0604020202020204" pitchFamily="34" charset="0"/>
              </a:defRPr>
            </a:lvl8pPr>
            <a:lvl9pPr marL="1828800" algn="l" rtl="0" eaLnBrk="1" fontAlgn="base" hangingPunct="1">
              <a:spcBef>
                <a:spcPct val="0"/>
              </a:spcBef>
              <a:spcAft>
                <a:spcPct val="0"/>
              </a:spcAft>
              <a:defRPr sz="3200">
                <a:solidFill>
                  <a:schemeClr val="bg1"/>
                </a:solidFill>
                <a:latin typeface="Arial" panose="020B0604020202020204" pitchFamily="34" charset="0"/>
              </a:defRPr>
            </a:lvl9pPr>
          </a:lstStyle>
          <a:p>
            <a:pPr algn="just"/>
            <a:r>
              <a:rPr lang="en-US" altLang="en-US" sz="2000" b="1" dirty="0">
                <a:solidFill>
                  <a:schemeClr val="tx1"/>
                </a:solidFill>
                <a:latin typeface="Tahoma" panose="020B0604030504040204" pitchFamily="34" charset="0"/>
              </a:rPr>
              <a:t>The Katrina Halili vs. Hayden Kho Case and the Anti-Photo or Video Voyeurism Act of 2009</a:t>
            </a:r>
            <a:endParaRPr lang="uk-UA" altLang="en-US" sz="2000" b="1" dirty="0">
              <a:solidFill>
                <a:schemeClr val="tx1"/>
              </a:solidFill>
              <a:latin typeface="Tahoma" panose="020B0604030504040204" pitchFamily="34" charset="0"/>
            </a:endParaRPr>
          </a:p>
        </p:txBody>
      </p:sp>
    </p:spTree>
    <p:extLst>
      <p:ext uri="{BB962C8B-B14F-4D97-AF65-F5344CB8AC3E}">
        <p14:creationId xmlns:p14="http://schemas.microsoft.com/office/powerpoint/2010/main" val="1132090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6867" name="Rectangle 3">
            <a:extLst>
              <a:ext uri="{FF2B5EF4-FFF2-40B4-BE49-F238E27FC236}">
                <a16:creationId xmlns:a16="http://schemas.microsoft.com/office/drawing/2014/main" id="{282E8B9F-E1F3-6A69-C46A-2A48412B59B0}"/>
              </a:ext>
            </a:extLst>
          </p:cNvPr>
          <p:cNvSpPr txBox="1">
            <a:spLocks noChangeArrowheads="1"/>
          </p:cNvSpPr>
          <p:nvPr/>
        </p:nvSpPr>
        <p:spPr bwMode="auto">
          <a:xfrm>
            <a:off x="1835696" y="1687346"/>
            <a:ext cx="7164288" cy="45365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2800" kern="1200">
                <a:solidFill>
                  <a:schemeClr val="bg1"/>
                </a:solidFill>
                <a:latin typeface="+mn-lt"/>
                <a:ea typeface="+mn-ea"/>
                <a:cs typeface="+mn-cs"/>
              </a:defRPr>
            </a:lvl1pPr>
            <a:lvl2pPr marL="742950" indent="-285750" algn="l" rtl="0" eaLnBrk="1" fontAlgn="base" hangingPunct="1">
              <a:spcBef>
                <a:spcPct val="20000"/>
              </a:spcBef>
              <a:spcAft>
                <a:spcPct val="0"/>
              </a:spcAft>
              <a:buChar char="–"/>
              <a:defRPr sz="2400" b="1" kern="1200">
                <a:solidFill>
                  <a:schemeClr val="bg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bg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Char char="•"/>
            </a:pPr>
            <a:r>
              <a:rPr lang="en-US" sz="1400" dirty="0">
                <a:solidFill>
                  <a:schemeClr val="tx1"/>
                </a:solidFill>
                <a:latin typeface="Century Gothic" panose="020B0502020202020204" pitchFamily="34" charset="0"/>
              </a:rPr>
              <a:t>RA 9995 prohibits and declares unlawful the taking of photo or video coverage of a person or group of persons performing sexual acts or similar activities without their consent, under circumstances where they have a reasonable expectation of privacy.</a:t>
            </a:r>
          </a:p>
          <a:p>
            <a:pPr algn="just">
              <a:buFont typeface="Arial" panose="020B0604020202020204" pitchFamily="34" charset="0"/>
              <a:buChar char="•"/>
            </a:pPr>
            <a:r>
              <a:rPr lang="en-US" sz="1400" dirty="0">
                <a:solidFill>
                  <a:schemeClr val="tx1"/>
                </a:solidFill>
                <a:latin typeface="Century Gothic" panose="020B0502020202020204" pitchFamily="34" charset="0"/>
              </a:rPr>
              <a:t>Consent from all persons involved in the sexual act or similar activities is required, and even if one person does not consent, the act is considered a violation of RA 9995.</a:t>
            </a:r>
          </a:p>
          <a:p>
            <a:pPr algn="just">
              <a:buFont typeface="Arial" panose="020B0604020202020204" pitchFamily="34" charset="0"/>
              <a:buChar char="•"/>
            </a:pPr>
            <a:r>
              <a:rPr lang="en-US" sz="1400" dirty="0">
                <a:solidFill>
                  <a:schemeClr val="tx1"/>
                </a:solidFill>
                <a:latin typeface="Century Gothic" panose="020B0502020202020204" pitchFamily="34" charset="0"/>
              </a:rPr>
              <a:t>The law does not make any distinction based on marital status or relationship; all individuals involved must give consent for the act to be lawful.</a:t>
            </a:r>
          </a:p>
          <a:p>
            <a:pPr algn="just">
              <a:buFont typeface="Arial" panose="020B0604020202020204" pitchFamily="34" charset="0"/>
              <a:buChar char="•"/>
            </a:pPr>
            <a:r>
              <a:rPr lang="en-US" sz="1400" dirty="0">
                <a:solidFill>
                  <a:schemeClr val="tx1"/>
                </a:solidFill>
                <a:latin typeface="Century Gothic" panose="020B0502020202020204" pitchFamily="34" charset="0"/>
              </a:rPr>
              <a:t>Copying, displaying, distributing, or broadcasting such unauthorized recordings is also prohibited under RA 9995.</a:t>
            </a:r>
          </a:p>
          <a:p>
            <a:pPr algn="just">
              <a:buFont typeface="Arial" panose="020B0604020202020204" pitchFamily="34" charset="0"/>
              <a:buChar char="•"/>
            </a:pPr>
            <a:r>
              <a:rPr lang="en-US" sz="1400" dirty="0">
                <a:solidFill>
                  <a:schemeClr val="tx1"/>
                </a:solidFill>
                <a:latin typeface="Century Gothic" panose="020B0502020202020204" pitchFamily="34" charset="0"/>
              </a:rPr>
              <a:t>Anyone found guilty of violating RA 9995 may face imprisonment for not less than three (3) years but not more than seven (7) years, and a fine ranging from one hundred thousand pesos (P100,000.00) to five hundred thousand pesos (P500,000.00), or both, at the discretion of the court.</a:t>
            </a:r>
          </a:p>
          <a:p>
            <a:pPr algn="just">
              <a:buFont typeface="Arial" panose="020B0604020202020204" pitchFamily="34" charset="0"/>
              <a:buChar char="•"/>
            </a:pPr>
            <a:r>
              <a:rPr lang="en-US" sz="1400" dirty="0">
                <a:solidFill>
                  <a:schemeClr val="tx1"/>
                </a:solidFill>
                <a:latin typeface="Century Gothic" panose="020B0502020202020204" pitchFamily="34" charset="0"/>
              </a:rPr>
              <a:t>Individuals are urged to delete any unauthorized recordings from their devices to avoid prosecution under RA 9995.</a:t>
            </a:r>
          </a:p>
          <a:p>
            <a:pPr algn="just">
              <a:buFont typeface="Arial" panose="020B0604020202020204" pitchFamily="34" charset="0"/>
              <a:buChar char="•"/>
            </a:pPr>
            <a:r>
              <a:rPr lang="en-US" sz="1400" dirty="0">
                <a:solidFill>
                  <a:schemeClr val="tx1"/>
                </a:solidFill>
                <a:latin typeface="Century Gothic" panose="020B0502020202020204" pitchFamily="34" charset="0"/>
              </a:rPr>
              <a:t>Section 4(b), (c), and (d) of RA 9995 further elaborate on prohibited acts and penalties related to the distribution, sale, and possession of unauthorized recordings of sexual acts without consent.</a:t>
            </a:r>
            <a:endParaRPr lang="en-PH" sz="1400" dirty="0">
              <a:solidFill>
                <a:schemeClr val="tx1"/>
              </a:solidFill>
              <a:latin typeface="Century Gothic" panose="020B0502020202020204" pitchFamily="34" charset="0"/>
            </a:endParaRPr>
          </a:p>
        </p:txBody>
      </p:sp>
      <p:sp>
        <p:nvSpPr>
          <p:cNvPr id="2" name="TextBox 1">
            <a:extLst>
              <a:ext uri="{FF2B5EF4-FFF2-40B4-BE49-F238E27FC236}">
                <a16:creationId xmlns:a16="http://schemas.microsoft.com/office/drawing/2014/main" id="{61C5E2C3-A69A-885E-8621-4F77B0DAF9A6}"/>
              </a:ext>
            </a:extLst>
          </p:cNvPr>
          <p:cNvSpPr txBox="1"/>
          <p:nvPr/>
        </p:nvSpPr>
        <p:spPr>
          <a:xfrm>
            <a:off x="4355976" y="18596"/>
            <a:ext cx="5544616" cy="307777"/>
          </a:xfrm>
          <a:prstGeom prst="rect">
            <a:avLst/>
          </a:prstGeom>
          <a:noFill/>
        </p:spPr>
        <p:txBody>
          <a:bodyPr wrap="square" rtlCol="0">
            <a:spAutoFit/>
          </a:bodyPr>
          <a:lstStyle/>
          <a:p>
            <a:r>
              <a:rPr lang="en-PH" sz="1400" dirty="0">
                <a:solidFill>
                  <a:schemeClr val="accent1"/>
                </a:solidFill>
              </a:rPr>
              <a:t>IT 210 SOCIAL AND PROFESSIONAL ISSUES | BSIT 3A</a:t>
            </a:r>
          </a:p>
        </p:txBody>
      </p:sp>
      <p:cxnSp>
        <p:nvCxnSpPr>
          <p:cNvPr id="3" name="Straight Connector 2">
            <a:extLst>
              <a:ext uri="{FF2B5EF4-FFF2-40B4-BE49-F238E27FC236}">
                <a16:creationId xmlns:a16="http://schemas.microsoft.com/office/drawing/2014/main" id="{B4FE29BA-5D9C-EFA6-BC14-DF813DB21B16}"/>
              </a:ext>
            </a:extLst>
          </p:cNvPr>
          <p:cNvCxnSpPr>
            <a:cxnSpLocks/>
          </p:cNvCxnSpPr>
          <p:nvPr/>
        </p:nvCxnSpPr>
        <p:spPr>
          <a:xfrm>
            <a:off x="4355976" y="326372"/>
            <a:ext cx="4788024" cy="0"/>
          </a:xfrm>
          <a:prstGeom prst="line">
            <a:avLst/>
          </a:prstGeom>
          <a:ln w="19050" cmpd="sng">
            <a:solidFill>
              <a:srgbClr val="FF0000"/>
            </a:solidFill>
          </a:ln>
        </p:spPr>
        <p:style>
          <a:lnRef idx="3">
            <a:schemeClr val="dk1"/>
          </a:lnRef>
          <a:fillRef idx="0">
            <a:schemeClr val="dk1"/>
          </a:fillRef>
          <a:effectRef idx="2">
            <a:schemeClr val="dk1"/>
          </a:effectRef>
          <a:fontRef idx="minor">
            <a:schemeClr val="tx1"/>
          </a:fontRef>
        </p:style>
      </p:cxnSp>
      <p:sp>
        <p:nvSpPr>
          <p:cNvPr id="36866" name="Rectangle 2">
            <a:extLst>
              <a:ext uri="{FF2B5EF4-FFF2-40B4-BE49-F238E27FC236}">
                <a16:creationId xmlns:a16="http://schemas.microsoft.com/office/drawing/2014/main" id="{2AC1ED29-A924-356D-AF1C-1F9FB9ED7F2F}"/>
              </a:ext>
            </a:extLst>
          </p:cNvPr>
          <p:cNvSpPr txBox="1">
            <a:spLocks noChangeArrowheads="1"/>
          </p:cNvSpPr>
          <p:nvPr/>
        </p:nvSpPr>
        <p:spPr bwMode="auto">
          <a:xfrm>
            <a:off x="2411760" y="634149"/>
            <a:ext cx="6373216"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3200" kern="1200">
                <a:solidFill>
                  <a:schemeClr val="bg1"/>
                </a:solidFill>
                <a:latin typeface="+mj-lt"/>
                <a:ea typeface="+mj-ea"/>
                <a:cs typeface="+mj-cs"/>
              </a:defRPr>
            </a:lvl1pPr>
            <a:lvl2pPr algn="l" rtl="0" eaLnBrk="1" fontAlgn="base" hangingPunct="1">
              <a:spcBef>
                <a:spcPct val="0"/>
              </a:spcBef>
              <a:spcAft>
                <a:spcPct val="0"/>
              </a:spcAft>
              <a:defRPr sz="3200">
                <a:solidFill>
                  <a:schemeClr val="bg1"/>
                </a:solidFill>
                <a:latin typeface="Arial" panose="020B0604020202020204" pitchFamily="34" charset="0"/>
              </a:defRPr>
            </a:lvl2pPr>
            <a:lvl3pPr algn="l" rtl="0" eaLnBrk="1" fontAlgn="base" hangingPunct="1">
              <a:spcBef>
                <a:spcPct val="0"/>
              </a:spcBef>
              <a:spcAft>
                <a:spcPct val="0"/>
              </a:spcAft>
              <a:defRPr sz="3200">
                <a:solidFill>
                  <a:schemeClr val="bg1"/>
                </a:solidFill>
                <a:latin typeface="Arial" panose="020B0604020202020204" pitchFamily="34" charset="0"/>
              </a:defRPr>
            </a:lvl3pPr>
            <a:lvl4pPr algn="l" rtl="0" eaLnBrk="1" fontAlgn="base" hangingPunct="1">
              <a:spcBef>
                <a:spcPct val="0"/>
              </a:spcBef>
              <a:spcAft>
                <a:spcPct val="0"/>
              </a:spcAft>
              <a:defRPr sz="3200">
                <a:solidFill>
                  <a:schemeClr val="bg1"/>
                </a:solidFill>
                <a:latin typeface="Arial" panose="020B0604020202020204" pitchFamily="34" charset="0"/>
              </a:defRPr>
            </a:lvl4pPr>
            <a:lvl5pPr algn="l" rtl="0" eaLnBrk="1" fontAlgn="base" hangingPunct="1">
              <a:spcBef>
                <a:spcPct val="0"/>
              </a:spcBef>
              <a:spcAft>
                <a:spcPct val="0"/>
              </a:spcAft>
              <a:defRPr sz="3200">
                <a:solidFill>
                  <a:schemeClr val="bg1"/>
                </a:solidFill>
                <a:latin typeface="Arial" panose="020B0604020202020204" pitchFamily="34" charset="0"/>
              </a:defRPr>
            </a:lvl5pPr>
            <a:lvl6pPr marL="457200" algn="l" rtl="0" eaLnBrk="1" fontAlgn="base" hangingPunct="1">
              <a:spcBef>
                <a:spcPct val="0"/>
              </a:spcBef>
              <a:spcAft>
                <a:spcPct val="0"/>
              </a:spcAft>
              <a:defRPr sz="3200">
                <a:solidFill>
                  <a:schemeClr val="bg1"/>
                </a:solidFill>
                <a:latin typeface="Arial" panose="020B0604020202020204" pitchFamily="34" charset="0"/>
              </a:defRPr>
            </a:lvl6pPr>
            <a:lvl7pPr marL="914400" algn="l" rtl="0" eaLnBrk="1" fontAlgn="base" hangingPunct="1">
              <a:spcBef>
                <a:spcPct val="0"/>
              </a:spcBef>
              <a:spcAft>
                <a:spcPct val="0"/>
              </a:spcAft>
              <a:defRPr sz="3200">
                <a:solidFill>
                  <a:schemeClr val="bg1"/>
                </a:solidFill>
                <a:latin typeface="Arial" panose="020B0604020202020204" pitchFamily="34" charset="0"/>
              </a:defRPr>
            </a:lvl7pPr>
            <a:lvl8pPr marL="1371600" algn="l" rtl="0" eaLnBrk="1" fontAlgn="base" hangingPunct="1">
              <a:spcBef>
                <a:spcPct val="0"/>
              </a:spcBef>
              <a:spcAft>
                <a:spcPct val="0"/>
              </a:spcAft>
              <a:defRPr sz="3200">
                <a:solidFill>
                  <a:schemeClr val="bg1"/>
                </a:solidFill>
                <a:latin typeface="Arial" panose="020B0604020202020204" pitchFamily="34" charset="0"/>
              </a:defRPr>
            </a:lvl8pPr>
            <a:lvl9pPr marL="1828800" algn="l" rtl="0" eaLnBrk="1" fontAlgn="base" hangingPunct="1">
              <a:spcBef>
                <a:spcPct val="0"/>
              </a:spcBef>
              <a:spcAft>
                <a:spcPct val="0"/>
              </a:spcAft>
              <a:defRPr sz="3200">
                <a:solidFill>
                  <a:schemeClr val="bg1"/>
                </a:solidFill>
                <a:latin typeface="Arial" panose="020B0604020202020204" pitchFamily="34" charset="0"/>
              </a:defRPr>
            </a:lvl9pPr>
          </a:lstStyle>
          <a:p>
            <a:pPr algn="just"/>
            <a:r>
              <a:rPr lang="en-US" altLang="en-US" sz="2000" b="1" dirty="0">
                <a:solidFill>
                  <a:schemeClr val="tx1"/>
                </a:solidFill>
                <a:latin typeface="Tahoma" panose="020B0604030504040204" pitchFamily="34" charset="0"/>
              </a:rPr>
              <a:t>Salient Features of RA 9995 (Anti-Photo or Video Voyeurism Act of 2009)</a:t>
            </a:r>
            <a:endParaRPr lang="uk-UA" altLang="en-US" sz="2000" b="1" dirty="0">
              <a:solidFill>
                <a:schemeClr val="tx1"/>
              </a:solidFill>
              <a:latin typeface="Tahoma" panose="020B0604030504040204" pitchFamily="34" charset="0"/>
            </a:endParaRPr>
          </a:p>
        </p:txBody>
      </p:sp>
    </p:spTree>
    <p:extLst>
      <p:ext uri="{BB962C8B-B14F-4D97-AF65-F5344CB8AC3E}">
        <p14:creationId xmlns:p14="http://schemas.microsoft.com/office/powerpoint/2010/main" val="31505890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6867" name="Rectangle 3">
            <a:extLst>
              <a:ext uri="{FF2B5EF4-FFF2-40B4-BE49-F238E27FC236}">
                <a16:creationId xmlns:a16="http://schemas.microsoft.com/office/drawing/2014/main" id="{282E8B9F-E1F3-6A69-C46A-2A48412B59B0}"/>
              </a:ext>
            </a:extLst>
          </p:cNvPr>
          <p:cNvSpPr txBox="1">
            <a:spLocks noChangeArrowheads="1"/>
          </p:cNvSpPr>
          <p:nvPr/>
        </p:nvSpPr>
        <p:spPr bwMode="auto">
          <a:xfrm>
            <a:off x="1835696" y="1687346"/>
            <a:ext cx="7164288" cy="4844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2800" kern="1200">
                <a:solidFill>
                  <a:schemeClr val="bg1"/>
                </a:solidFill>
                <a:latin typeface="+mn-lt"/>
                <a:ea typeface="+mn-ea"/>
                <a:cs typeface="+mn-cs"/>
              </a:defRPr>
            </a:lvl1pPr>
            <a:lvl2pPr marL="742950" indent="-285750" algn="l" rtl="0" eaLnBrk="1" fontAlgn="base" hangingPunct="1">
              <a:spcBef>
                <a:spcPct val="20000"/>
              </a:spcBef>
              <a:spcAft>
                <a:spcPct val="0"/>
              </a:spcAft>
              <a:buChar char="–"/>
              <a:defRPr sz="2400" b="1" kern="1200">
                <a:solidFill>
                  <a:schemeClr val="bg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bg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Char char="•"/>
            </a:pPr>
            <a:r>
              <a:rPr lang="en-US" sz="1400" dirty="0">
                <a:solidFill>
                  <a:schemeClr val="tx1"/>
                </a:solidFill>
                <a:latin typeface="Century Gothic" panose="020B0502020202020204" pitchFamily="34" charset="0"/>
              </a:rPr>
              <a:t>(a) Taking photo or video coverage of a person or group of persons performing sexual acts or similar activities without consent.</a:t>
            </a:r>
          </a:p>
          <a:p>
            <a:pPr algn="just">
              <a:buFont typeface="Arial" panose="020B0604020202020204" pitchFamily="34" charset="0"/>
              <a:buChar char="•"/>
            </a:pPr>
            <a:r>
              <a:rPr lang="en-US" sz="1400" dirty="0">
                <a:solidFill>
                  <a:schemeClr val="tx1"/>
                </a:solidFill>
                <a:latin typeface="Century Gothic" panose="020B0502020202020204" pitchFamily="34" charset="0"/>
              </a:rPr>
              <a:t>(b) Copying or reproducing such unauthorized recordings, with or without consideration.</a:t>
            </a:r>
          </a:p>
          <a:p>
            <a:pPr algn="just">
              <a:buFont typeface="Arial" panose="020B0604020202020204" pitchFamily="34" charset="0"/>
              <a:buChar char="•"/>
            </a:pPr>
            <a:r>
              <a:rPr lang="en-US" sz="1400" dirty="0">
                <a:solidFill>
                  <a:schemeClr val="tx1"/>
                </a:solidFill>
                <a:latin typeface="Century Gothic" panose="020B0502020202020204" pitchFamily="34" charset="0"/>
              </a:rPr>
              <a:t>(c) Selling or distributing unauthorized recordings of sexual acts, whether original copies or reproductions.</a:t>
            </a:r>
          </a:p>
          <a:p>
            <a:pPr algn="just">
              <a:buFont typeface="Arial" panose="020B0604020202020204" pitchFamily="34" charset="0"/>
              <a:buChar char="•"/>
            </a:pPr>
            <a:r>
              <a:rPr lang="en-US" sz="1400" dirty="0">
                <a:solidFill>
                  <a:schemeClr val="tx1"/>
                </a:solidFill>
                <a:latin typeface="Century Gothic" panose="020B0502020202020204" pitchFamily="34" charset="0"/>
              </a:rPr>
              <a:t>(d) Publishing or broadcasting such recordings through various media platforms, including print, broadcast, VCD/DVD, internet, cellular phones, etc.</a:t>
            </a:r>
          </a:p>
          <a:p>
            <a:pPr algn="just">
              <a:buFont typeface="Arial" panose="020B0604020202020204" pitchFamily="34" charset="0"/>
              <a:buChar char="•"/>
            </a:pPr>
            <a:r>
              <a:rPr lang="en-US" sz="1400" dirty="0">
                <a:solidFill>
                  <a:schemeClr val="tx1"/>
                </a:solidFill>
                <a:latin typeface="Century Gothic" panose="020B0502020202020204" pitchFamily="34" charset="0"/>
              </a:rPr>
              <a:t>The prohibition under paragraphs (b), (c), and (d) applies even if consent was given for the recording, and violators are liable for photo or video voyeurism.</a:t>
            </a:r>
          </a:p>
          <a:p>
            <a:pPr algn="just">
              <a:buFont typeface="Arial" panose="020B0604020202020204" pitchFamily="34" charset="0"/>
              <a:buChar char="•"/>
            </a:pPr>
            <a:r>
              <a:rPr lang="en-US" sz="1400" dirty="0">
                <a:solidFill>
                  <a:schemeClr val="tx1"/>
                </a:solidFill>
                <a:latin typeface="Century Gothic" panose="020B0502020202020204" pitchFamily="34" charset="0"/>
              </a:rPr>
              <a:t>However, there is an exception for the movie industry, where consented public exhibition of RATED R-18 movies is allowed. In this case, actors and actresses consent to both the recording and public exhibition of their performances.</a:t>
            </a:r>
          </a:p>
          <a:p>
            <a:pPr algn="just">
              <a:buFont typeface="Arial" panose="020B0604020202020204" pitchFamily="34" charset="0"/>
              <a:buChar char="•"/>
            </a:pPr>
            <a:r>
              <a:rPr lang="en-US" sz="1400" dirty="0">
                <a:solidFill>
                  <a:schemeClr val="tx1"/>
                </a:solidFill>
                <a:latin typeface="Century Gothic" panose="020B0502020202020204" pitchFamily="34" charset="0"/>
              </a:rPr>
              <a:t>In cases where both parties consent to the recording and sharing of sexual videos, provided that written consent is obtained, there is no violation of RA 9995. Verbal or implied consent is not sufficient; written consent is required according to Section 3(d) of the law.</a:t>
            </a:r>
            <a:endParaRPr lang="en-PH" sz="1400" dirty="0">
              <a:solidFill>
                <a:schemeClr val="tx1"/>
              </a:solidFill>
              <a:latin typeface="Century Gothic" panose="020B0502020202020204" pitchFamily="34" charset="0"/>
            </a:endParaRPr>
          </a:p>
        </p:txBody>
      </p:sp>
      <p:sp>
        <p:nvSpPr>
          <p:cNvPr id="2" name="TextBox 1">
            <a:extLst>
              <a:ext uri="{FF2B5EF4-FFF2-40B4-BE49-F238E27FC236}">
                <a16:creationId xmlns:a16="http://schemas.microsoft.com/office/drawing/2014/main" id="{61C5E2C3-A69A-885E-8621-4F77B0DAF9A6}"/>
              </a:ext>
            </a:extLst>
          </p:cNvPr>
          <p:cNvSpPr txBox="1"/>
          <p:nvPr/>
        </p:nvSpPr>
        <p:spPr>
          <a:xfrm>
            <a:off x="4355976" y="18596"/>
            <a:ext cx="5544616" cy="307777"/>
          </a:xfrm>
          <a:prstGeom prst="rect">
            <a:avLst/>
          </a:prstGeom>
          <a:noFill/>
        </p:spPr>
        <p:txBody>
          <a:bodyPr wrap="square" rtlCol="0">
            <a:spAutoFit/>
          </a:bodyPr>
          <a:lstStyle/>
          <a:p>
            <a:r>
              <a:rPr lang="en-PH" sz="1400" dirty="0">
                <a:solidFill>
                  <a:schemeClr val="accent1"/>
                </a:solidFill>
              </a:rPr>
              <a:t>IT 210 SOCIAL AND PROFESSIONAL ISSUES | BSIT 3A</a:t>
            </a:r>
          </a:p>
        </p:txBody>
      </p:sp>
      <p:cxnSp>
        <p:nvCxnSpPr>
          <p:cNvPr id="3" name="Straight Connector 2">
            <a:extLst>
              <a:ext uri="{FF2B5EF4-FFF2-40B4-BE49-F238E27FC236}">
                <a16:creationId xmlns:a16="http://schemas.microsoft.com/office/drawing/2014/main" id="{B4FE29BA-5D9C-EFA6-BC14-DF813DB21B16}"/>
              </a:ext>
            </a:extLst>
          </p:cNvPr>
          <p:cNvCxnSpPr>
            <a:cxnSpLocks/>
          </p:cNvCxnSpPr>
          <p:nvPr/>
        </p:nvCxnSpPr>
        <p:spPr>
          <a:xfrm>
            <a:off x="4355976" y="326372"/>
            <a:ext cx="4788024" cy="0"/>
          </a:xfrm>
          <a:prstGeom prst="line">
            <a:avLst/>
          </a:prstGeom>
          <a:ln w="19050" cmpd="sng">
            <a:solidFill>
              <a:srgbClr val="FF0000"/>
            </a:solidFill>
          </a:ln>
        </p:spPr>
        <p:style>
          <a:lnRef idx="3">
            <a:schemeClr val="dk1"/>
          </a:lnRef>
          <a:fillRef idx="0">
            <a:schemeClr val="dk1"/>
          </a:fillRef>
          <a:effectRef idx="2">
            <a:schemeClr val="dk1"/>
          </a:effectRef>
          <a:fontRef idx="minor">
            <a:schemeClr val="tx1"/>
          </a:fontRef>
        </p:style>
      </p:cxnSp>
      <p:sp>
        <p:nvSpPr>
          <p:cNvPr id="36866" name="Rectangle 2">
            <a:extLst>
              <a:ext uri="{FF2B5EF4-FFF2-40B4-BE49-F238E27FC236}">
                <a16:creationId xmlns:a16="http://schemas.microsoft.com/office/drawing/2014/main" id="{2AC1ED29-A924-356D-AF1C-1F9FB9ED7F2F}"/>
              </a:ext>
            </a:extLst>
          </p:cNvPr>
          <p:cNvSpPr txBox="1">
            <a:spLocks noChangeArrowheads="1"/>
          </p:cNvSpPr>
          <p:nvPr/>
        </p:nvSpPr>
        <p:spPr bwMode="auto">
          <a:xfrm>
            <a:off x="2411760" y="634149"/>
            <a:ext cx="6373216"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3200" kern="1200">
                <a:solidFill>
                  <a:schemeClr val="bg1"/>
                </a:solidFill>
                <a:latin typeface="+mj-lt"/>
                <a:ea typeface="+mj-ea"/>
                <a:cs typeface="+mj-cs"/>
              </a:defRPr>
            </a:lvl1pPr>
            <a:lvl2pPr algn="l" rtl="0" eaLnBrk="1" fontAlgn="base" hangingPunct="1">
              <a:spcBef>
                <a:spcPct val="0"/>
              </a:spcBef>
              <a:spcAft>
                <a:spcPct val="0"/>
              </a:spcAft>
              <a:defRPr sz="3200">
                <a:solidFill>
                  <a:schemeClr val="bg1"/>
                </a:solidFill>
                <a:latin typeface="Arial" panose="020B0604020202020204" pitchFamily="34" charset="0"/>
              </a:defRPr>
            </a:lvl2pPr>
            <a:lvl3pPr algn="l" rtl="0" eaLnBrk="1" fontAlgn="base" hangingPunct="1">
              <a:spcBef>
                <a:spcPct val="0"/>
              </a:spcBef>
              <a:spcAft>
                <a:spcPct val="0"/>
              </a:spcAft>
              <a:defRPr sz="3200">
                <a:solidFill>
                  <a:schemeClr val="bg1"/>
                </a:solidFill>
                <a:latin typeface="Arial" panose="020B0604020202020204" pitchFamily="34" charset="0"/>
              </a:defRPr>
            </a:lvl3pPr>
            <a:lvl4pPr algn="l" rtl="0" eaLnBrk="1" fontAlgn="base" hangingPunct="1">
              <a:spcBef>
                <a:spcPct val="0"/>
              </a:spcBef>
              <a:spcAft>
                <a:spcPct val="0"/>
              </a:spcAft>
              <a:defRPr sz="3200">
                <a:solidFill>
                  <a:schemeClr val="bg1"/>
                </a:solidFill>
                <a:latin typeface="Arial" panose="020B0604020202020204" pitchFamily="34" charset="0"/>
              </a:defRPr>
            </a:lvl4pPr>
            <a:lvl5pPr algn="l" rtl="0" eaLnBrk="1" fontAlgn="base" hangingPunct="1">
              <a:spcBef>
                <a:spcPct val="0"/>
              </a:spcBef>
              <a:spcAft>
                <a:spcPct val="0"/>
              </a:spcAft>
              <a:defRPr sz="3200">
                <a:solidFill>
                  <a:schemeClr val="bg1"/>
                </a:solidFill>
                <a:latin typeface="Arial" panose="020B0604020202020204" pitchFamily="34" charset="0"/>
              </a:defRPr>
            </a:lvl5pPr>
            <a:lvl6pPr marL="457200" algn="l" rtl="0" eaLnBrk="1" fontAlgn="base" hangingPunct="1">
              <a:spcBef>
                <a:spcPct val="0"/>
              </a:spcBef>
              <a:spcAft>
                <a:spcPct val="0"/>
              </a:spcAft>
              <a:defRPr sz="3200">
                <a:solidFill>
                  <a:schemeClr val="bg1"/>
                </a:solidFill>
                <a:latin typeface="Arial" panose="020B0604020202020204" pitchFamily="34" charset="0"/>
              </a:defRPr>
            </a:lvl6pPr>
            <a:lvl7pPr marL="914400" algn="l" rtl="0" eaLnBrk="1" fontAlgn="base" hangingPunct="1">
              <a:spcBef>
                <a:spcPct val="0"/>
              </a:spcBef>
              <a:spcAft>
                <a:spcPct val="0"/>
              </a:spcAft>
              <a:defRPr sz="3200">
                <a:solidFill>
                  <a:schemeClr val="bg1"/>
                </a:solidFill>
                <a:latin typeface="Arial" panose="020B0604020202020204" pitchFamily="34" charset="0"/>
              </a:defRPr>
            </a:lvl7pPr>
            <a:lvl8pPr marL="1371600" algn="l" rtl="0" eaLnBrk="1" fontAlgn="base" hangingPunct="1">
              <a:spcBef>
                <a:spcPct val="0"/>
              </a:spcBef>
              <a:spcAft>
                <a:spcPct val="0"/>
              </a:spcAft>
              <a:defRPr sz="3200">
                <a:solidFill>
                  <a:schemeClr val="bg1"/>
                </a:solidFill>
                <a:latin typeface="Arial" panose="020B0604020202020204" pitchFamily="34" charset="0"/>
              </a:defRPr>
            </a:lvl8pPr>
            <a:lvl9pPr marL="1828800" algn="l" rtl="0" eaLnBrk="1" fontAlgn="base" hangingPunct="1">
              <a:spcBef>
                <a:spcPct val="0"/>
              </a:spcBef>
              <a:spcAft>
                <a:spcPct val="0"/>
              </a:spcAft>
              <a:defRPr sz="3200">
                <a:solidFill>
                  <a:schemeClr val="bg1"/>
                </a:solidFill>
                <a:latin typeface="Arial" panose="020B0604020202020204" pitchFamily="34" charset="0"/>
              </a:defRPr>
            </a:lvl9pPr>
          </a:lstStyle>
          <a:p>
            <a:pPr algn="just"/>
            <a:r>
              <a:rPr lang="en-US" altLang="en-US" sz="2000" b="1" dirty="0">
                <a:solidFill>
                  <a:schemeClr val="tx1"/>
                </a:solidFill>
                <a:latin typeface="Tahoma" panose="020B0604030504040204" pitchFamily="34" charset="0"/>
              </a:rPr>
              <a:t>Section 4 of RA 9995 outlines prohibited acts related to photo or video voyeurism</a:t>
            </a:r>
            <a:endParaRPr lang="uk-UA" altLang="en-US" sz="2000" b="1" dirty="0">
              <a:solidFill>
                <a:schemeClr val="tx1"/>
              </a:solidFill>
              <a:latin typeface="Tahoma" panose="020B0604030504040204" pitchFamily="34" charset="0"/>
            </a:endParaRPr>
          </a:p>
        </p:txBody>
      </p:sp>
    </p:spTree>
    <p:extLst>
      <p:ext uri="{BB962C8B-B14F-4D97-AF65-F5344CB8AC3E}">
        <p14:creationId xmlns:p14="http://schemas.microsoft.com/office/powerpoint/2010/main" val="42802188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6867" name="Rectangle 3">
            <a:extLst>
              <a:ext uri="{FF2B5EF4-FFF2-40B4-BE49-F238E27FC236}">
                <a16:creationId xmlns:a16="http://schemas.microsoft.com/office/drawing/2014/main" id="{282E8B9F-E1F3-6A69-C46A-2A48412B59B0}"/>
              </a:ext>
            </a:extLst>
          </p:cNvPr>
          <p:cNvSpPr txBox="1">
            <a:spLocks noChangeArrowheads="1"/>
          </p:cNvSpPr>
          <p:nvPr/>
        </p:nvSpPr>
        <p:spPr bwMode="auto">
          <a:xfrm>
            <a:off x="1835696" y="1687346"/>
            <a:ext cx="7164288" cy="4844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2800" kern="1200">
                <a:solidFill>
                  <a:schemeClr val="bg1"/>
                </a:solidFill>
                <a:latin typeface="+mn-lt"/>
                <a:ea typeface="+mn-ea"/>
                <a:cs typeface="+mn-cs"/>
              </a:defRPr>
            </a:lvl1pPr>
            <a:lvl2pPr marL="742950" indent="-285750" algn="l" rtl="0" eaLnBrk="1" fontAlgn="base" hangingPunct="1">
              <a:spcBef>
                <a:spcPct val="20000"/>
              </a:spcBef>
              <a:spcAft>
                <a:spcPct val="0"/>
              </a:spcAft>
              <a:buChar char="–"/>
              <a:defRPr sz="2400" b="1" kern="1200">
                <a:solidFill>
                  <a:schemeClr val="bg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bg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Char char="•"/>
            </a:pPr>
            <a:r>
              <a:rPr lang="en-US" sz="1400" dirty="0">
                <a:solidFill>
                  <a:schemeClr val="tx1"/>
                </a:solidFill>
                <a:latin typeface="Century Gothic" panose="020B0502020202020204" pitchFamily="34" charset="0"/>
              </a:rPr>
              <a:t>RA 10175 outlines six cybercrime offenses under Section 4(a), all of which have been deemed constitutional by the Supreme Court. These offenses include:</a:t>
            </a:r>
          </a:p>
          <a:p>
            <a:pPr algn="just">
              <a:buFont typeface="+mj-lt"/>
              <a:buAutoNum type="arabicPeriod"/>
            </a:pPr>
            <a:endParaRPr lang="en-US" sz="1400" dirty="0">
              <a:solidFill>
                <a:schemeClr val="tx1"/>
              </a:solidFill>
              <a:latin typeface="Century Gothic" panose="020B0502020202020204" pitchFamily="34" charset="0"/>
            </a:endParaRPr>
          </a:p>
          <a:p>
            <a:pPr algn="just">
              <a:buFont typeface="+mj-lt"/>
              <a:buAutoNum type="arabicPeriod"/>
            </a:pPr>
            <a:r>
              <a:rPr lang="en-US" sz="1400" dirty="0">
                <a:solidFill>
                  <a:schemeClr val="tx1"/>
                </a:solidFill>
                <a:latin typeface="Century Gothic" panose="020B0502020202020204" pitchFamily="34" charset="0"/>
              </a:rPr>
              <a:t>Illegal Access</a:t>
            </a:r>
          </a:p>
          <a:p>
            <a:pPr algn="just">
              <a:buFont typeface="+mj-lt"/>
              <a:buAutoNum type="arabicPeriod"/>
            </a:pPr>
            <a:r>
              <a:rPr lang="en-US" sz="1400" dirty="0">
                <a:solidFill>
                  <a:schemeClr val="tx1"/>
                </a:solidFill>
                <a:latin typeface="Century Gothic" panose="020B0502020202020204" pitchFamily="34" charset="0"/>
              </a:rPr>
              <a:t>Illegal Interception</a:t>
            </a:r>
          </a:p>
          <a:p>
            <a:pPr algn="just">
              <a:buFont typeface="+mj-lt"/>
              <a:buAutoNum type="arabicPeriod"/>
            </a:pPr>
            <a:r>
              <a:rPr lang="en-US" sz="1400" dirty="0">
                <a:solidFill>
                  <a:schemeClr val="tx1"/>
                </a:solidFill>
                <a:latin typeface="Century Gothic" panose="020B0502020202020204" pitchFamily="34" charset="0"/>
              </a:rPr>
              <a:t>Data Interference</a:t>
            </a:r>
          </a:p>
          <a:p>
            <a:pPr algn="just">
              <a:buFont typeface="+mj-lt"/>
              <a:buAutoNum type="arabicPeriod"/>
            </a:pPr>
            <a:r>
              <a:rPr lang="en-US" sz="1400" dirty="0">
                <a:solidFill>
                  <a:schemeClr val="tx1"/>
                </a:solidFill>
                <a:latin typeface="Century Gothic" panose="020B0502020202020204" pitchFamily="34" charset="0"/>
              </a:rPr>
              <a:t>System Interference</a:t>
            </a:r>
          </a:p>
          <a:p>
            <a:pPr algn="just">
              <a:buFont typeface="+mj-lt"/>
              <a:buAutoNum type="arabicPeriod"/>
            </a:pPr>
            <a:r>
              <a:rPr lang="en-US" sz="1400" dirty="0">
                <a:solidFill>
                  <a:schemeClr val="tx1"/>
                </a:solidFill>
                <a:latin typeface="Century Gothic" panose="020B0502020202020204" pitchFamily="34" charset="0"/>
              </a:rPr>
              <a:t>Misuse of Device</a:t>
            </a:r>
          </a:p>
          <a:p>
            <a:pPr algn="just">
              <a:buFont typeface="+mj-lt"/>
              <a:buAutoNum type="arabicPeriod"/>
            </a:pPr>
            <a:r>
              <a:rPr lang="en-US" sz="1400" dirty="0">
                <a:solidFill>
                  <a:schemeClr val="tx1"/>
                </a:solidFill>
                <a:latin typeface="Century Gothic" panose="020B0502020202020204" pitchFamily="34" charset="0"/>
              </a:rPr>
              <a:t>Cyber-squatting</a:t>
            </a:r>
          </a:p>
          <a:p>
            <a:pPr marL="0" indent="0" algn="just">
              <a:buNone/>
            </a:pPr>
            <a:endParaRPr lang="en-US" sz="1400" dirty="0">
              <a:solidFill>
                <a:schemeClr val="tx1"/>
              </a:solidFill>
              <a:latin typeface="Century Gothic" panose="020B0502020202020204" pitchFamily="34" charset="0"/>
            </a:endParaRPr>
          </a:p>
          <a:p>
            <a:pPr algn="just">
              <a:buFont typeface="Arial" panose="020B0604020202020204" pitchFamily="34" charset="0"/>
              <a:buChar char="•"/>
            </a:pPr>
            <a:r>
              <a:rPr lang="en-US" sz="1400" dirty="0">
                <a:solidFill>
                  <a:schemeClr val="tx1"/>
                </a:solidFill>
                <a:latin typeface="Century Gothic" panose="020B0502020202020204" pitchFamily="34" charset="0"/>
              </a:rPr>
              <a:t>"Broadcast" is defined as making a visual image public, akin to the term "upload."</a:t>
            </a:r>
          </a:p>
          <a:p>
            <a:pPr algn="just">
              <a:buFont typeface="Arial" panose="020B0604020202020204" pitchFamily="34" charset="0"/>
              <a:buChar char="•"/>
            </a:pPr>
            <a:r>
              <a:rPr lang="en-US" sz="1400" dirty="0">
                <a:solidFill>
                  <a:schemeClr val="tx1"/>
                </a:solidFill>
                <a:latin typeface="Century Gothic" panose="020B0502020202020204" pitchFamily="34" charset="0"/>
              </a:rPr>
              <a:t>Illegal Access involves intentionally accessing any part of a computer system without proper authorization.</a:t>
            </a:r>
          </a:p>
        </p:txBody>
      </p:sp>
      <p:sp>
        <p:nvSpPr>
          <p:cNvPr id="2" name="TextBox 1">
            <a:extLst>
              <a:ext uri="{FF2B5EF4-FFF2-40B4-BE49-F238E27FC236}">
                <a16:creationId xmlns:a16="http://schemas.microsoft.com/office/drawing/2014/main" id="{61C5E2C3-A69A-885E-8621-4F77B0DAF9A6}"/>
              </a:ext>
            </a:extLst>
          </p:cNvPr>
          <p:cNvSpPr txBox="1"/>
          <p:nvPr/>
        </p:nvSpPr>
        <p:spPr>
          <a:xfrm>
            <a:off x="4355976" y="18596"/>
            <a:ext cx="5544616" cy="307777"/>
          </a:xfrm>
          <a:prstGeom prst="rect">
            <a:avLst/>
          </a:prstGeom>
          <a:noFill/>
        </p:spPr>
        <p:txBody>
          <a:bodyPr wrap="square" rtlCol="0">
            <a:spAutoFit/>
          </a:bodyPr>
          <a:lstStyle/>
          <a:p>
            <a:r>
              <a:rPr lang="en-PH" sz="1400" dirty="0">
                <a:solidFill>
                  <a:schemeClr val="accent1"/>
                </a:solidFill>
              </a:rPr>
              <a:t>IT 210 SOCIAL AND PROFESSIONAL ISSUES | BSIT 3A</a:t>
            </a:r>
          </a:p>
        </p:txBody>
      </p:sp>
      <p:cxnSp>
        <p:nvCxnSpPr>
          <p:cNvPr id="3" name="Straight Connector 2">
            <a:extLst>
              <a:ext uri="{FF2B5EF4-FFF2-40B4-BE49-F238E27FC236}">
                <a16:creationId xmlns:a16="http://schemas.microsoft.com/office/drawing/2014/main" id="{B4FE29BA-5D9C-EFA6-BC14-DF813DB21B16}"/>
              </a:ext>
            </a:extLst>
          </p:cNvPr>
          <p:cNvCxnSpPr>
            <a:cxnSpLocks/>
          </p:cNvCxnSpPr>
          <p:nvPr/>
        </p:nvCxnSpPr>
        <p:spPr>
          <a:xfrm>
            <a:off x="4355976" y="326372"/>
            <a:ext cx="4788024" cy="0"/>
          </a:xfrm>
          <a:prstGeom prst="line">
            <a:avLst/>
          </a:prstGeom>
          <a:ln w="19050" cmpd="sng">
            <a:solidFill>
              <a:srgbClr val="FF0000"/>
            </a:solidFill>
          </a:ln>
        </p:spPr>
        <p:style>
          <a:lnRef idx="3">
            <a:schemeClr val="dk1"/>
          </a:lnRef>
          <a:fillRef idx="0">
            <a:schemeClr val="dk1"/>
          </a:fillRef>
          <a:effectRef idx="2">
            <a:schemeClr val="dk1"/>
          </a:effectRef>
          <a:fontRef idx="minor">
            <a:schemeClr val="tx1"/>
          </a:fontRef>
        </p:style>
      </p:cxnSp>
      <p:sp>
        <p:nvSpPr>
          <p:cNvPr id="36866" name="Rectangle 2">
            <a:extLst>
              <a:ext uri="{FF2B5EF4-FFF2-40B4-BE49-F238E27FC236}">
                <a16:creationId xmlns:a16="http://schemas.microsoft.com/office/drawing/2014/main" id="{2AC1ED29-A924-356D-AF1C-1F9FB9ED7F2F}"/>
              </a:ext>
            </a:extLst>
          </p:cNvPr>
          <p:cNvSpPr txBox="1">
            <a:spLocks noChangeArrowheads="1"/>
          </p:cNvSpPr>
          <p:nvPr/>
        </p:nvSpPr>
        <p:spPr bwMode="auto">
          <a:xfrm>
            <a:off x="2411760" y="634149"/>
            <a:ext cx="6373216"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3200" kern="1200">
                <a:solidFill>
                  <a:schemeClr val="bg1"/>
                </a:solidFill>
                <a:latin typeface="+mj-lt"/>
                <a:ea typeface="+mj-ea"/>
                <a:cs typeface="+mj-cs"/>
              </a:defRPr>
            </a:lvl1pPr>
            <a:lvl2pPr algn="l" rtl="0" eaLnBrk="1" fontAlgn="base" hangingPunct="1">
              <a:spcBef>
                <a:spcPct val="0"/>
              </a:spcBef>
              <a:spcAft>
                <a:spcPct val="0"/>
              </a:spcAft>
              <a:defRPr sz="3200">
                <a:solidFill>
                  <a:schemeClr val="bg1"/>
                </a:solidFill>
                <a:latin typeface="Arial" panose="020B0604020202020204" pitchFamily="34" charset="0"/>
              </a:defRPr>
            </a:lvl2pPr>
            <a:lvl3pPr algn="l" rtl="0" eaLnBrk="1" fontAlgn="base" hangingPunct="1">
              <a:spcBef>
                <a:spcPct val="0"/>
              </a:spcBef>
              <a:spcAft>
                <a:spcPct val="0"/>
              </a:spcAft>
              <a:defRPr sz="3200">
                <a:solidFill>
                  <a:schemeClr val="bg1"/>
                </a:solidFill>
                <a:latin typeface="Arial" panose="020B0604020202020204" pitchFamily="34" charset="0"/>
              </a:defRPr>
            </a:lvl3pPr>
            <a:lvl4pPr algn="l" rtl="0" eaLnBrk="1" fontAlgn="base" hangingPunct="1">
              <a:spcBef>
                <a:spcPct val="0"/>
              </a:spcBef>
              <a:spcAft>
                <a:spcPct val="0"/>
              </a:spcAft>
              <a:defRPr sz="3200">
                <a:solidFill>
                  <a:schemeClr val="bg1"/>
                </a:solidFill>
                <a:latin typeface="Arial" panose="020B0604020202020204" pitchFamily="34" charset="0"/>
              </a:defRPr>
            </a:lvl4pPr>
            <a:lvl5pPr algn="l" rtl="0" eaLnBrk="1" fontAlgn="base" hangingPunct="1">
              <a:spcBef>
                <a:spcPct val="0"/>
              </a:spcBef>
              <a:spcAft>
                <a:spcPct val="0"/>
              </a:spcAft>
              <a:defRPr sz="3200">
                <a:solidFill>
                  <a:schemeClr val="bg1"/>
                </a:solidFill>
                <a:latin typeface="Arial" panose="020B0604020202020204" pitchFamily="34" charset="0"/>
              </a:defRPr>
            </a:lvl5pPr>
            <a:lvl6pPr marL="457200" algn="l" rtl="0" eaLnBrk="1" fontAlgn="base" hangingPunct="1">
              <a:spcBef>
                <a:spcPct val="0"/>
              </a:spcBef>
              <a:spcAft>
                <a:spcPct val="0"/>
              </a:spcAft>
              <a:defRPr sz="3200">
                <a:solidFill>
                  <a:schemeClr val="bg1"/>
                </a:solidFill>
                <a:latin typeface="Arial" panose="020B0604020202020204" pitchFamily="34" charset="0"/>
              </a:defRPr>
            </a:lvl6pPr>
            <a:lvl7pPr marL="914400" algn="l" rtl="0" eaLnBrk="1" fontAlgn="base" hangingPunct="1">
              <a:spcBef>
                <a:spcPct val="0"/>
              </a:spcBef>
              <a:spcAft>
                <a:spcPct val="0"/>
              </a:spcAft>
              <a:defRPr sz="3200">
                <a:solidFill>
                  <a:schemeClr val="bg1"/>
                </a:solidFill>
                <a:latin typeface="Arial" panose="020B0604020202020204" pitchFamily="34" charset="0"/>
              </a:defRPr>
            </a:lvl7pPr>
            <a:lvl8pPr marL="1371600" algn="l" rtl="0" eaLnBrk="1" fontAlgn="base" hangingPunct="1">
              <a:spcBef>
                <a:spcPct val="0"/>
              </a:spcBef>
              <a:spcAft>
                <a:spcPct val="0"/>
              </a:spcAft>
              <a:defRPr sz="3200">
                <a:solidFill>
                  <a:schemeClr val="bg1"/>
                </a:solidFill>
                <a:latin typeface="Arial" panose="020B0604020202020204" pitchFamily="34" charset="0"/>
              </a:defRPr>
            </a:lvl8pPr>
            <a:lvl9pPr marL="1828800" algn="l" rtl="0" eaLnBrk="1" fontAlgn="base" hangingPunct="1">
              <a:spcBef>
                <a:spcPct val="0"/>
              </a:spcBef>
              <a:spcAft>
                <a:spcPct val="0"/>
              </a:spcAft>
              <a:defRPr sz="3200">
                <a:solidFill>
                  <a:schemeClr val="bg1"/>
                </a:solidFill>
                <a:latin typeface="Arial" panose="020B0604020202020204" pitchFamily="34" charset="0"/>
              </a:defRPr>
            </a:lvl9pPr>
          </a:lstStyle>
          <a:p>
            <a:pPr algn="just"/>
            <a:r>
              <a:rPr lang="en-US" altLang="en-US" sz="2000" b="1" dirty="0">
                <a:solidFill>
                  <a:schemeClr val="tx1"/>
                </a:solidFill>
                <a:latin typeface="Tahoma" panose="020B0604030504040204" pitchFamily="34" charset="0"/>
              </a:rPr>
              <a:t>Offenses Against the Confidentiality, Integrity, and Availability of Computer Data and Systems</a:t>
            </a:r>
            <a:endParaRPr lang="uk-UA" altLang="en-US" sz="2000" b="1" dirty="0">
              <a:solidFill>
                <a:schemeClr val="tx1"/>
              </a:solidFill>
              <a:latin typeface="Tahoma" panose="020B0604030504040204" pitchFamily="34" charset="0"/>
            </a:endParaRPr>
          </a:p>
        </p:txBody>
      </p:sp>
    </p:spTree>
    <p:extLst>
      <p:ext uri="{BB962C8B-B14F-4D97-AF65-F5344CB8AC3E}">
        <p14:creationId xmlns:p14="http://schemas.microsoft.com/office/powerpoint/2010/main" val="2017796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6867" name="Rectangle 3">
            <a:extLst>
              <a:ext uri="{FF2B5EF4-FFF2-40B4-BE49-F238E27FC236}">
                <a16:creationId xmlns:a16="http://schemas.microsoft.com/office/drawing/2014/main" id="{282E8B9F-E1F3-6A69-C46A-2A48412B59B0}"/>
              </a:ext>
            </a:extLst>
          </p:cNvPr>
          <p:cNvSpPr txBox="1">
            <a:spLocks noChangeArrowheads="1"/>
          </p:cNvSpPr>
          <p:nvPr/>
        </p:nvSpPr>
        <p:spPr bwMode="auto">
          <a:xfrm>
            <a:off x="1961389" y="737784"/>
            <a:ext cx="7164288" cy="5793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2800" kern="1200">
                <a:solidFill>
                  <a:schemeClr val="bg1"/>
                </a:solidFill>
                <a:latin typeface="+mn-lt"/>
                <a:ea typeface="+mn-ea"/>
                <a:cs typeface="+mn-cs"/>
              </a:defRPr>
            </a:lvl1pPr>
            <a:lvl2pPr marL="742950" indent="-285750" algn="l" rtl="0" eaLnBrk="1" fontAlgn="base" hangingPunct="1">
              <a:spcBef>
                <a:spcPct val="20000"/>
              </a:spcBef>
              <a:spcAft>
                <a:spcPct val="0"/>
              </a:spcAft>
              <a:buChar char="–"/>
              <a:defRPr sz="2400" b="1" kern="1200">
                <a:solidFill>
                  <a:schemeClr val="bg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bg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mj-lt"/>
              <a:buAutoNum type="arabicPeriod"/>
            </a:pPr>
            <a:r>
              <a:rPr lang="en-US" sz="1400" b="1" dirty="0">
                <a:solidFill>
                  <a:schemeClr val="tx1"/>
                </a:solidFill>
                <a:latin typeface="Century Gothic" panose="020B0502020202020204" pitchFamily="34" charset="0"/>
              </a:rPr>
              <a:t>Illegal access </a:t>
            </a:r>
          </a:p>
          <a:p>
            <a:pPr algn="just"/>
            <a:r>
              <a:rPr lang="en-US" sz="1400" dirty="0">
                <a:solidFill>
                  <a:schemeClr val="tx1"/>
                </a:solidFill>
                <a:latin typeface="Century Gothic" panose="020B0502020202020204" pitchFamily="34" charset="0"/>
              </a:rPr>
              <a:t>as defined by Sec. 4(a)(1) of RA 10175, involves intentionally accessing any part of a computer system without proper authorization.</a:t>
            </a:r>
          </a:p>
          <a:p>
            <a:pPr algn="just"/>
            <a:r>
              <a:rPr lang="en-US" sz="1400" dirty="0">
                <a:solidFill>
                  <a:schemeClr val="tx1"/>
                </a:solidFill>
                <a:latin typeface="Century Gothic" panose="020B0502020202020204" pitchFamily="34" charset="0"/>
              </a:rPr>
              <a:t>A computer system, per Section 3(g) of the same law, encompasses any device or interconnected devices capable of automatic data processing, including mobile phones and computer networks.</a:t>
            </a:r>
          </a:p>
          <a:p>
            <a:pPr algn="just"/>
            <a:endParaRPr lang="en-US" sz="1400" dirty="0">
              <a:solidFill>
                <a:schemeClr val="tx1"/>
              </a:solidFill>
              <a:latin typeface="Century Gothic" panose="020B0502020202020204" pitchFamily="34" charset="0"/>
            </a:endParaRPr>
          </a:p>
          <a:p>
            <a:pPr>
              <a:buFont typeface="Wingdings" panose="05000000000000000000" pitchFamily="2" charset="2"/>
              <a:buChar char="Ø"/>
            </a:pPr>
            <a:r>
              <a:rPr lang="en-US" sz="1400" b="1" dirty="0">
                <a:solidFill>
                  <a:schemeClr val="tx1"/>
                </a:solidFill>
                <a:latin typeface="Century Gothic" panose="020B0502020202020204" pitchFamily="34" charset="0"/>
              </a:rPr>
              <a:t>Elements of a Computer System:</a:t>
            </a:r>
          </a:p>
          <a:p>
            <a:pPr algn="just">
              <a:buFont typeface="+mj-lt"/>
              <a:buAutoNum type="arabicPeriod"/>
            </a:pPr>
            <a:r>
              <a:rPr lang="en-US" sz="1400" dirty="0">
                <a:solidFill>
                  <a:schemeClr val="tx1"/>
                </a:solidFill>
                <a:latin typeface="Century Gothic" panose="020B0502020202020204" pitchFamily="34" charset="0"/>
              </a:rPr>
              <a:t>Presence of a Device or Interconnected Devices:</a:t>
            </a:r>
          </a:p>
          <a:p>
            <a:pPr lvl="1" algn="just"/>
            <a:r>
              <a:rPr lang="en-US" sz="1000" b="0" dirty="0">
                <a:solidFill>
                  <a:schemeClr val="tx1"/>
                </a:solidFill>
                <a:latin typeface="Century Gothic" panose="020B0502020202020204" pitchFamily="34" charset="0"/>
              </a:rPr>
              <a:t>The system comprises either a single device or a group of interconnected or related devices.</a:t>
            </a:r>
          </a:p>
          <a:p>
            <a:pPr lvl="1" algn="just"/>
            <a:r>
              <a:rPr lang="en-US" sz="1000" b="0" dirty="0">
                <a:solidFill>
                  <a:schemeClr val="tx1"/>
                </a:solidFill>
                <a:latin typeface="Century Gothic" panose="020B0502020202020204" pitchFamily="34" charset="0"/>
              </a:rPr>
              <a:t>These devices vary in type and can include mobile phones, computer networks, and other data processing-capable devices.</a:t>
            </a:r>
          </a:p>
          <a:p>
            <a:pPr algn="just">
              <a:buFont typeface="+mj-lt"/>
              <a:buAutoNum type="arabicPeriod"/>
            </a:pPr>
            <a:r>
              <a:rPr lang="en-US" sz="1400" dirty="0">
                <a:solidFill>
                  <a:schemeClr val="tx1"/>
                </a:solidFill>
                <a:latin typeface="Century Gothic" panose="020B0502020202020204" pitchFamily="34" charset="0"/>
              </a:rPr>
              <a:t>Automatic Data Processing:</a:t>
            </a:r>
          </a:p>
          <a:p>
            <a:pPr lvl="1" algn="just"/>
            <a:r>
              <a:rPr lang="en-US" sz="1000" b="0" dirty="0">
                <a:solidFill>
                  <a:schemeClr val="tx1"/>
                </a:solidFill>
                <a:latin typeface="Century Gothic" panose="020B0502020202020204" pitchFamily="34" charset="0"/>
              </a:rPr>
              <a:t>At least one device within the system performs automatic processing of data according to a program.</a:t>
            </a:r>
          </a:p>
          <a:p>
            <a:pPr lvl="1" algn="just"/>
            <a:r>
              <a:rPr lang="en-US" sz="1000" b="0" dirty="0">
                <a:solidFill>
                  <a:schemeClr val="tx1"/>
                </a:solidFill>
                <a:latin typeface="Century Gothic" panose="020B0502020202020204" pitchFamily="34" charset="0"/>
              </a:rPr>
              <a:t>This processing capability is a fundamental aspect of a computer system's functionality.</a:t>
            </a:r>
          </a:p>
          <a:p>
            <a:pPr algn="just">
              <a:buFont typeface="+mj-lt"/>
              <a:buAutoNum type="arabicPeriod"/>
            </a:pPr>
            <a:r>
              <a:rPr lang="en-US" sz="1400" dirty="0">
                <a:solidFill>
                  <a:schemeClr val="tx1"/>
                </a:solidFill>
                <a:latin typeface="Century Gothic" panose="020B0502020202020204" pitchFamily="34" charset="0"/>
              </a:rPr>
              <a:t>Hardware and Software Components:</a:t>
            </a:r>
          </a:p>
          <a:p>
            <a:pPr lvl="1" algn="just"/>
            <a:r>
              <a:rPr lang="en-US" sz="1000" b="0" dirty="0">
                <a:solidFill>
                  <a:schemeClr val="tx1"/>
                </a:solidFill>
                <a:latin typeface="Century Gothic" panose="020B0502020202020204" pitchFamily="34" charset="0"/>
              </a:rPr>
              <a:t>The device need not be part of a network; it can operate independently.</a:t>
            </a:r>
          </a:p>
          <a:p>
            <a:pPr lvl="1" algn="just"/>
            <a:r>
              <a:rPr lang="en-US" sz="1000" b="0" dirty="0">
                <a:solidFill>
                  <a:schemeClr val="tx1"/>
                </a:solidFill>
                <a:latin typeface="Century Gothic" panose="020B0502020202020204" pitchFamily="34" charset="0"/>
              </a:rPr>
              <a:t>It consists of both hardware (physical components) and software (programs and instructions).</a:t>
            </a:r>
          </a:p>
          <a:p>
            <a:pPr lvl="1" algn="just"/>
            <a:r>
              <a:rPr lang="en-US" sz="1000" b="0" dirty="0">
                <a:solidFill>
                  <a:schemeClr val="tx1"/>
                </a:solidFill>
                <a:latin typeface="Century Gothic" panose="020B0502020202020204" pitchFamily="34" charset="0"/>
              </a:rPr>
              <a:t>Input, output, and storage facilities are essential components of the device.</a:t>
            </a:r>
          </a:p>
          <a:p>
            <a:pPr lvl="1" algn="just"/>
            <a:endParaRPr lang="en-US" sz="1400" b="0" dirty="0">
              <a:solidFill>
                <a:schemeClr val="tx1"/>
              </a:solidFill>
              <a:latin typeface="Century Gothic" panose="020B0502020202020204" pitchFamily="34" charset="0"/>
            </a:endParaRPr>
          </a:p>
          <a:p>
            <a:pPr marL="0" indent="0" algn="just">
              <a:buNone/>
            </a:pPr>
            <a:r>
              <a:rPr lang="en-US" sz="1400" b="1" dirty="0">
                <a:solidFill>
                  <a:schemeClr val="tx1"/>
                </a:solidFill>
                <a:latin typeface="Century Gothic" panose="020B0502020202020204" pitchFamily="34" charset="0"/>
              </a:rPr>
              <a:t>Examples of Computer Systems:</a:t>
            </a:r>
          </a:p>
          <a:p>
            <a:pPr algn="just"/>
            <a:endParaRPr lang="en-US" sz="1400" dirty="0">
              <a:solidFill>
                <a:schemeClr val="tx1"/>
              </a:solidFill>
              <a:latin typeface="Century Gothic" panose="020B0502020202020204" pitchFamily="34" charset="0"/>
            </a:endParaRPr>
          </a:p>
          <a:p>
            <a:pPr lvl="1" algn="just"/>
            <a:r>
              <a:rPr lang="en-US" sz="1000" b="0" dirty="0">
                <a:solidFill>
                  <a:schemeClr val="tx1"/>
                </a:solidFill>
                <a:latin typeface="Century Gothic" panose="020B0502020202020204" pitchFamily="34" charset="0"/>
              </a:rPr>
              <a:t>Systems used by organizations like the Office of the Senior Citizen Affairs (OSCA) to manage member dues.</a:t>
            </a:r>
          </a:p>
          <a:p>
            <a:pPr lvl="1" algn="just"/>
            <a:r>
              <a:rPr lang="en-US" sz="1000" b="0" dirty="0">
                <a:solidFill>
                  <a:schemeClr val="tx1"/>
                </a:solidFill>
                <a:latin typeface="Century Gothic" panose="020B0502020202020204" pitchFamily="34" charset="0"/>
              </a:rPr>
              <a:t>Stand-alone desktop computers without internet access.</a:t>
            </a:r>
          </a:p>
          <a:p>
            <a:pPr marL="0" indent="0" algn="just">
              <a:buNone/>
            </a:pPr>
            <a:endParaRPr lang="en-US" sz="1400" dirty="0">
              <a:solidFill>
                <a:schemeClr val="tx1"/>
              </a:solidFill>
              <a:latin typeface="Century Gothic" panose="020B0502020202020204" pitchFamily="34" charset="0"/>
            </a:endParaRPr>
          </a:p>
          <a:p>
            <a:pPr marL="0" indent="0" algn="just">
              <a:buNone/>
            </a:pPr>
            <a:endParaRPr lang="en-PH" sz="1400" dirty="0">
              <a:solidFill>
                <a:schemeClr val="tx1"/>
              </a:solidFill>
              <a:latin typeface="Century Gothic" panose="020B0502020202020204" pitchFamily="34" charset="0"/>
            </a:endParaRPr>
          </a:p>
        </p:txBody>
      </p:sp>
      <p:sp>
        <p:nvSpPr>
          <p:cNvPr id="2" name="TextBox 1">
            <a:extLst>
              <a:ext uri="{FF2B5EF4-FFF2-40B4-BE49-F238E27FC236}">
                <a16:creationId xmlns:a16="http://schemas.microsoft.com/office/drawing/2014/main" id="{61C5E2C3-A69A-885E-8621-4F77B0DAF9A6}"/>
              </a:ext>
            </a:extLst>
          </p:cNvPr>
          <p:cNvSpPr txBox="1"/>
          <p:nvPr/>
        </p:nvSpPr>
        <p:spPr>
          <a:xfrm>
            <a:off x="4355976" y="18596"/>
            <a:ext cx="5544616" cy="307777"/>
          </a:xfrm>
          <a:prstGeom prst="rect">
            <a:avLst/>
          </a:prstGeom>
          <a:noFill/>
        </p:spPr>
        <p:txBody>
          <a:bodyPr wrap="square" rtlCol="0">
            <a:spAutoFit/>
          </a:bodyPr>
          <a:lstStyle/>
          <a:p>
            <a:r>
              <a:rPr lang="en-PH" sz="1400" dirty="0">
                <a:solidFill>
                  <a:schemeClr val="accent1"/>
                </a:solidFill>
              </a:rPr>
              <a:t>IT 210 SOCIAL AND PROFESSIONAL ISSUES | BSIT 3A</a:t>
            </a:r>
          </a:p>
        </p:txBody>
      </p:sp>
      <p:cxnSp>
        <p:nvCxnSpPr>
          <p:cNvPr id="3" name="Straight Connector 2">
            <a:extLst>
              <a:ext uri="{FF2B5EF4-FFF2-40B4-BE49-F238E27FC236}">
                <a16:creationId xmlns:a16="http://schemas.microsoft.com/office/drawing/2014/main" id="{B4FE29BA-5D9C-EFA6-BC14-DF813DB21B16}"/>
              </a:ext>
            </a:extLst>
          </p:cNvPr>
          <p:cNvCxnSpPr>
            <a:cxnSpLocks/>
          </p:cNvCxnSpPr>
          <p:nvPr/>
        </p:nvCxnSpPr>
        <p:spPr>
          <a:xfrm>
            <a:off x="4355976" y="326372"/>
            <a:ext cx="4788024" cy="0"/>
          </a:xfrm>
          <a:prstGeom prst="line">
            <a:avLst/>
          </a:prstGeom>
          <a:ln w="19050" cmpd="sng">
            <a:solidFill>
              <a:srgbClr val="FF0000"/>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5300199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6867" name="Rectangle 3">
            <a:extLst>
              <a:ext uri="{FF2B5EF4-FFF2-40B4-BE49-F238E27FC236}">
                <a16:creationId xmlns:a16="http://schemas.microsoft.com/office/drawing/2014/main" id="{282E8B9F-E1F3-6A69-C46A-2A48412B59B0}"/>
              </a:ext>
            </a:extLst>
          </p:cNvPr>
          <p:cNvSpPr txBox="1">
            <a:spLocks noChangeArrowheads="1"/>
          </p:cNvSpPr>
          <p:nvPr/>
        </p:nvSpPr>
        <p:spPr bwMode="auto">
          <a:xfrm>
            <a:off x="1763688" y="326371"/>
            <a:ext cx="7164288" cy="6703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2800" kern="1200">
                <a:solidFill>
                  <a:schemeClr val="bg1"/>
                </a:solidFill>
                <a:latin typeface="+mn-lt"/>
                <a:ea typeface="+mn-ea"/>
                <a:cs typeface="+mn-cs"/>
              </a:defRPr>
            </a:lvl1pPr>
            <a:lvl2pPr marL="742950" indent="-285750" algn="l" rtl="0" eaLnBrk="1" fontAlgn="base" hangingPunct="1">
              <a:spcBef>
                <a:spcPct val="20000"/>
              </a:spcBef>
              <a:spcAft>
                <a:spcPct val="0"/>
              </a:spcAft>
              <a:buChar char="–"/>
              <a:defRPr sz="2400" b="1" kern="1200">
                <a:solidFill>
                  <a:schemeClr val="bg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bg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Wingdings" panose="05000000000000000000" pitchFamily="2" charset="2"/>
              <a:buChar char="Ø"/>
            </a:pPr>
            <a:r>
              <a:rPr lang="en-US" sz="1300" dirty="0">
                <a:solidFill>
                  <a:schemeClr val="tx1"/>
                </a:solidFill>
                <a:latin typeface="Century Gothic" panose="020B0502020202020204" pitchFamily="34" charset="0"/>
              </a:rPr>
              <a:t>Elements of the Offense of Illegal Access</a:t>
            </a:r>
          </a:p>
          <a:p>
            <a:pPr algn="just">
              <a:buFont typeface="+mj-lt"/>
              <a:buAutoNum type="arabicPeriod"/>
            </a:pPr>
            <a:r>
              <a:rPr lang="en-US" sz="1300" b="1" dirty="0">
                <a:solidFill>
                  <a:schemeClr val="tx1"/>
                </a:solidFill>
                <a:latin typeface="Century Gothic" panose="020B0502020202020204" pitchFamily="34" charset="0"/>
              </a:rPr>
              <a:t>Intentional Access:</a:t>
            </a:r>
          </a:p>
          <a:p>
            <a:pPr lvl="1" algn="just"/>
            <a:r>
              <a:rPr lang="en-US" sz="1300" b="0" dirty="0">
                <a:solidFill>
                  <a:schemeClr val="tx1"/>
                </a:solidFill>
                <a:latin typeface="Century Gothic" panose="020B0502020202020204" pitchFamily="34" charset="0"/>
              </a:rPr>
              <a:t>There must be a deliberate attempt, either wholly or partially, to access a computer system.</a:t>
            </a:r>
          </a:p>
          <a:p>
            <a:pPr lvl="1" algn="just"/>
            <a:r>
              <a:rPr lang="en-US" sz="1300" b="0" dirty="0">
                <a:solidFill>
                  <a:schemeClr val="tx1"/>
                </a:solidFill>
                <a:latin typeface="Century Gothic" panose="020B0502020202020204" pitchFamily="34" charset="0"/>
              </a:rPr>
              <a:t>The access can involve attempting to view, modify, or extract data from the system.</a:t>
            </a:r>
            <a:endParaRPr lang="en-US" sz="1300" dirty="0">
              <a:solidFill>
                <a:schemeClr val="tx1"/>
              </a:solidFill>
              <a:latin typeface="Century Gothic" panose="020B0502020202020204" pitchFamily="34" charset="0"/>
            </a:endParaRPr>
          </a:p>
          <a:p>
            <a:pPr marL="0" indent="0" algn="just">
              <a:buNone/>
            </a:pPr>
            <a:r>
              <a:rPr lang="en-US" sz="1300" dirty="0">
                <a:solidFill>
                  <a:schemeClr val="tx1"/>
                </a:solidFill>
                <a:latin typeface="Century Gothic" panose="020B0502020202020204" pitchFamily="34" charset="0"/>
              </a:rPr>
              <a:t>2</a:t>
            </a:r>
            <a:r>
              <a:rPr lang="en-US" sz="1300" b="1" dirty="0">
                <a:solidFill>
                  <a:schemeClr val="tx1"/>
                </a:solidFill>
                <a:latin typeface="Century Gothic" panose="020B0502020202020204" pitchFamily="34" charset="0"/>
              </a:rPr>
              <a:t>.     Lack of Right to Access:</a:t>
            </a:r>
          </a:p>
          <a:p>
            <a:pPr lvl="1" algn="just"/>
            <a:r>
              <a:rPr lang="en-US" sz="1300" b="0" dirty="0">
                <a:solidFill>
                  <a:schemeClr val="tx1"/>
                </a:solidFill>
                <a:latin typeface="Century Gothic" panose="020B0502020202020204" pitchFamily="34" charset="0"/>
              </a:rPr>
              <a:t>The person attempting to access, currently accessing, or having already accessed the data does not possess the rightful authority or authorization to do so.</a:t>
            </a:r>
          </a:p>
          <a:p>
            <a:pPr lvl="1" algn="just"/>
            <a:r>
              <a:rPr lang="en-US" sz="1300" b="0" dirty="0">
                <a:solidFill>
                  <a:schemeClr val="tx1"/>
                </a:solidFill>
                <a:latin typeface="Century Gothic" panose="020B0502020202020204" pitchFamily="34" charset="0"/>
              </a:rPr>
              <a:t>This absence of authorization can stem from various factors, such as unauthorized login credentials or explicit denial of access by the system administrator</a:t>
            </a:r>
            <a:r>
              <a:rPr lang="en-US" sz="1300" dirty="0">
                <a:solidFill>
                  <a:schemeClr val="tx1"/>
                </a:solidFill>
                <a:latin typeface="Century Gothic" panose="020B0502020202020204" pitchFamily="34" charset="0"/>
              </a:rPr>
              <a:t>.</a:t>
            </a:r>
          </a:p>
          <a:p>
            <a:pPr marL="457200" lvl="1" indent="0" algn="just">
              <a:buNone/>
            </a:pPr>
            <a:endParaRPr lang="en-US" sz="1300" dirty="0">
              <a:solidFill>
                <a:schemeClr val="tx1"/>
              </a:solidFill>
              <a:latin typeface="Century Gothic" panose="020B0502020202020204" pitchFamily="34" charset="0"/>
            </a:endParaRPr>
          </a:p>
          <a:p>
            <a:pPr marL="0" indent="0" algn="just">
              <a:buNone/>
            </a:pPr>
            <a:r>
              <a:rPr lang="en-US" sz="1300" b="1" dirty="0">
                <a:solidFill>
                  <a:schemeClr val="tx1"/>
                </a:solidFill>
                <a:latin typeface="Century Gothic" panose="020B0502020202020204" pitchFamily="34" charset="0"/>
              </a:rPr>
              <a:t>   Illustrative Examples:</a:t>
            </a:r>
          </a:p>
          <a:p>
            <a:pPr lvl="1" algn="just"/>
            <a:r>
              <a:rPr lang="en-US" sz="1300" b="0" dirty="0">
                <a:solidFill>
                  <a:schemeClr val="tx1"/>
                </a:solidFill>
                <a:latin typeface="Century Gothic" panose="020B0502020202020204" pitchFamily="34" charset="0"/>
              </a:rPr>
              <a:t>A staff member accessing confidential files on a computer system without proper authorization.</a:t>
            </a:r>
          </a:p>
          <a:p>
            <a:pPr lvl="1" algn="just"/>
            <a:r>
              <a:rPr lang="en-US" sz="1300" b="0" dirty="0">
                <a:solidFill>
                  <a:schemeClr val="tx1"/>
                </a:solidFill>
                <a:latin typeface="Century Gothic" panose="020B0502020202020204" pitchFamily="34" charset="0"/>
              </a:rPr>
              <a:t>Unauthorized attempts to log in to a system using another user's credentials or attempting to bypass security measures.</a:t>
            </a:r>
          </a:p>
          <a:p>
            <a:pPr lvl="1" algn="just"/>
            <a:endParaRPr lang="en-US" sz="1300" dirty="0">
              <a:solidFill>
                <a:schemeClr val="tx1"/>
              </a:solidFill>
              <a:latin typeface="Century Gothic" panose="020B0502020202020204" pitchFamily="34" charset="0"/>
            </a:endParaRPr>
          </a:p>
          <a:p>
            <a:pPr marL="0" indent="0" algn="just">
              <a:buNone/>
            </a:pPr>
            <a:r>
              <a:rPr lang="en-US" sz="1300" b="1" dirty="0">
                <a:solidFill>
                  <a:schemeClr val="tx1"/>
                </a:solidFill>
                <a:latin typeface="Century Gothic" panose="020B0502020202020204" pitchFamily="34" charset="0"/>
              </a:rPr>
              <a:t> Legal Implications:</a:t>
            </a:r>
          </a:p>
          <a:p>
            <a:pPr lvl="1" algn="just"/>
            <a:r>
              <a:rPr lang="en-US" sz="1300" b="0" dirty="0">
                <a:solidFill>
                  <a:schemeClr val="tx1"/>
                </a:solidFill>
                <a:latin typeface="Century Gothic" panose="020B0502020202020204" pitchFamily="34" charset="0"/>
              </a:rPr>
              <a:t>Prior to the enactment of RA 10175, such actions may have been viewed as unethical violations but not necessarily punishable by law.</a:t>
            </a:r>
          </a:p>
          <a:p>
            <a:pPr lvl="1" algn="just"/>
            <a:r>
              <a:rPr lang="en-US" sz="1300" b="0" dirty="0">
                <a:solidFill>
                  <a:schemeClr val="tx1"/>
                </a:solidFill>
                <a:latin typeface="Century Gothic" panose="020B0502020202020204" pitchFamily="34" charset="0"/>
              </a:rPr>
              <a:t>With the implementation of RA 10175, individuals who engage in unauthorized access to computer systems can face penalties, including imprisonment, ranging from six years and one day to twelve years.</a:t>
            </a:r>
          </a:p>
          <a:p>
            <a:pPr lvl="1" algn="just"/>
            <a:r>
              <a:rPr lang="en-US" sz="1300" b="0" dirty="0">
                <a:solidFill>
                  <a:schemeClr val="tx1"/>
                </a:solidFill>
                <a:latin typeface="Century Gothic" panose="020B0502020202020204" pitchFamily="34" charset="0"/>
              </a:rPr>
              <a:t>Even unsuccessful attempts to access a system without proper authorization can be considered illegal access under the law. The mere intention to access the system unlawfully suffices to constitute the offense.</a:t>
            </a:r>
            <a:endParaRPr lang="en-PH" sz="1300" b="0" dirty="0">
              <a:solidFill>
                <a:schemeClr val="tx1"/>
              </a:solidFill>
              <a:latin typeface="Century Gothic" panose="020B0502020202020204" pitchFamily="34" charset="0"/>
            </a:endParaRPr>
          </a:p>
        </p:txBody>
      </p:sp>
      <p:sp>
        <p:nvSpPr>
          <p:cNvPr id="2" name="TextBox 1">
            <a:extLst>
              <a:ext uri="{FF2B5EF4-FFF2-40B4-BE49-F238E27FC236}">
                <a16:creationId xmlns:a16="http://schemas.microsoft.com/office/drawing/2014/main" id="{61C5E2C3-A69A-885E-8621-4F77B0DAF9A6}"/>
              </a:ext>
            </a:extLst>
          </p:cNvPr>
          <p:cNvSpPr txBox="1"/>
          <p:nvPr/>
        </p:nvSpPr>
        <p:spPr>
          <a:xfrm>
            <a:off x="4355976" y="18596"/>
            <a:ext cx="5544616" cy="307777"/>
          </a:xfrm>
          <a:prstGeom prst="rect">
            <a:avLst/>
          </a:prstGeom>
          <a:noFill/>
        </p:spPr>
        <p:txBody>
          <a:bodyPr wrap="square" rtlCol="0">
            <a:spAutoFit/>
          </a:bodyPr>
          <a:lstStyle/>
          <a:p>
            <a:r>
              <a:rPr lang="en-PH" sz="1400" dirty="0">
                <a:solidFill>
                  <a:schemeClr val="accent1"/>
                </a:solidFill>
              </a:rPr>
              <a:t>IT 210 SOCIAL AND PROFESSIONAL ISSUES | BSIT 3A</a:t>
            </a:r>
          </a:p>
        </p:txBody>
      </p:sp>
      <p:cxnSp>
        <p:nvCxnSpPr>
          <p:cNvPr id="3" name="Straight Connector 2">
            <a:extLst>
              <a:ext uri="{FF2B5EF4-FFF2-40B4-BE49-F238E27FC236}">
                <a16:creationId xmlns:a16="http://schemas.microsoft.com/office/drawing/2014/main" id="{B4FE29BA-5D9C-EFA6-BC14-DF813DB21B16}"/>
              </a:ext>
            </a:extLst>
          </p:cNvPr>
          <p:cNvCxnSpPr>
            <a:cxnSpLocks/>
          </p:cNvCxnSpPr>
          <p:nvPr/>
        </p:nvCxnSpPr>
        <p:spPr>
          <a:xfrm>
            <a:off x="4355976" y="326372"/>
            <a:ext cx="4788024" cy="0"/>
          </a:xfrm>
          <a:prstGeom prst="line">
            <a:avLst/>
          </a:prstGeom>
          <a:ln w="19050" cmpd="sng">
            <a:solidFill>
              <a:srgbClr val="FF0000"/>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1378435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6867" name="Rectangle 3">
            <a:extLst>
              <a:ext uri="{FF2B5EF4-FFF2-40B4-BE49-F238E27FC236}">
                <a16:creationId xmlns:a16="http://schemas.microsoft.com/office/drawing/2014/main" id="{282E8B9F-E1F3-6A69-C46A-2A48412B59B0}"/>
              </a:ext>
            </a:extLst>
          </p:cNvPr>
          <p:cNvSpPr txBox="1">
            <a:spLocks noChangeArrowheads="1"/>
          </p:cNvSpPr>
          <p:nvPr/>
        </p:nvSpPr>
        <p:spPr bwMode="auto">
          <a:xfrm>
            <a:off x="1835696" y="669195"/>
            <a:ext cx="7164288" cy="61888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2800" kern="1200">
                <a:solidFill>
                  <a:schemeClr val="bg1"/>
                </a:solidFill>
                <a:latin typeface="+mn-lt"/>
                <a:ea typeface="+mn-ea"/>
                <a:cs typeface="+mn-cs"/>
              </a:defRPr>
            </a:lvl1pPr>
            <a:lvl2pPr marL="742950" indent="-285750" algn="l" rtl="0" eaLnBrk="1" fontAlgn="base" hangingPunct="1">
              <a:spcBef>
                <a:spcPct val="20000"/>
              </a:spcBef>
              <a:spcAft>
                <a:spcPct val="0"/>
              </a:spcAft>
              <a:buChar char="–"/>
              <a:defRPr sz="2400" b="1" kern="1200">
                <a:solidFill>
                  <a:schemeClr val="bg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bg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1600" b="1" dirty="0">
                <a:solidFill>
                  <a:schemeClr val="tx1"/>
                </a:solidFill>
                <a:latin typeface="Century Gothic" panose="020B0502020202020204" pitchFamily="34" charset="0"/>
              </a:rPr>
              <a:t>Unauthorized access </a:t>
            </a:r>
            <a:r>
              <a:rPr lang="en-US" sz="1600" dirty="0">
                <a:solidFill>
                  <a:schemeClr val="tx1"/>
                </a:solidFill>
                <a:latin typeface="Century Gothic" panose="020B0502020202020204" pitchFamily="34" charset="0"/>
              </a:rPr>
              <a:t>to computer systems, termed "illegal access," is a punishable offense under the Cybercrime Law. Access without proper authorization includes retrieving or storing data into a computer system without rightful permission.</a:t>
            </a:r>
          </a:p>
          <a:p>
            <a:pPr marL="0" indent="0" algn="just">
              <a:buNone/>
            </a:pPr>
            <a:endParaRPr lang="en-US" sz="1600" dirty="0">
              <a:solidFill>
                <a:schemeClr val="tx1"/>
              </a:solidFill>
              <a:latin typeface="Century Gothic" panose="020B0502020202020204" pitchFamily="34" charset="0"/>
            </a:endParaRPr>
          </a:p>
          <a:p>
            <a:pPr marL="0" indent="0" algn="just">
              <a:buNone/>
            </a:pPr>
            <a:r>
              <a:rPr lang="en-US" sz="1600" b="1" dirty="0">
                <a:solidFill>
                  <a:schemeClr val="tx1"/>
                </a:solidFill>
                <a:latin typeface="Century Gothic" panose="020B0502020202020204" pitchFamily="34" charset="0"/>
              </a:rPr>
              <a:t>UNDER SEC. 3(h), “without right”</a:t>
            </a:r>
          </a:p>
          <a:p>
            <a:pPr algn="just"/>
            <a:r>
              <a:rPr lang="en-US" sz="1600" dirty="0">
                <a:solidFill>
                  <a:schemeClr val="tx1"/>
                </a:solidFill>
                <a:latin typeface="Century Gothic" panose="020B0502020202020204" pitchFamily="34" charset="0"/>
              </a:rPr>
              <a:t>The concept of "without right" encompasses actions undertaken without or in excess of authority, as well as those not covered by legal defenses or justifications.</a:t>
            </a:r>
          </a:p>
          <a:p>
            <a:pPr marL="0" indent="0" algn="just">
              <a:buNone/>
            </a:pPr>
            <a:endParaRPr lang="en-US" sz="1600" dirty="0">
              <a:solidFill>
                <a:schemeClr val="tx1"/>
              </a:solidFill>
              <a:latin typeface="Century Gothic" panose="020B0502020202020204" pitchFamily="34" charset="0"/>
            </a:endParaRPr>
          </a:p>
          <a:p>
            <a:pPr marL="0" indent="0" algn="just">
              <a:buNone/>
            </a:pPr>
            <a:r>
              <a:rPr lang="en-US" sz="1600" b="1" dirty="0">
                <a:solidFill>
                  <a:schemeClr val="tx1"/>
                </a:solidFill>
                <a:latin typeface="Century Gothic" panose="020B0502020202020204" pitchFamily="34" charset="0"/>
              </a:rPr>
              <a:t>Ethical hackers</a:t>
            </a:r>
            <a:r>
              <a:rPr lang="en-US" sz="1600" dirty="0">
                <a:solidFill>
                  <a:schemeClr val="tx1"/>
                </a:solidFill>
                <a:latin typeface="Century Gothic" panose="020B0502020202020204" pitchFamily="34" charset="0"/>
              </a:rPr>
              <a:t>, who evaluate and enhance cybersecurity systems with permission from clients, are exempt from illegal access charges if they operate within agreed-upon parameters.</a:t>
            </a:r>
          </a:p>
          <a:p>
            <a:pPr algn="just">
              <a:buFont typeface="Courier New" panose="02070309020205020404" pitchFamily="49" charset="0"/>
              <a:buChar char="o"/>
            </a:pPr>
            <a:r>
              <a:rPr lang="en-US" sz="1600" dirty="0">
                <a:solidFill>
                  <a:schemeClr val="tx1"/>
                </a:solidFill>
                <a:latin typeface="Century Gothic" panose="020B0502020202020204" pitchFamily="34" charset="0"/>
              </a:rPr>
              <a:t>The Supreme Court has upheld the constitutionality of Section 4(a)(1) of the Cybercrime Law, recognizing the distinction between illegal access and ethical hacking.</a:t>
            </a:r>
          </a:p>
          <a:p>
            <a:pPr marL="0" indent="0" algn="just">
              <a:buNone/>
            </a:pPr>
            <a:endParaRPr lang="en-US" sz="1600" dirty="0">
              <a:solidFill>
                <a:schemeClr val="tx1"/>
              </a:solidFill>
              <a:latin typeface="Century Gothic" panose="020B0502020202020204" pitchFamily="34" charset="0"/>
            </a:endParaRPr>
          </a:p>
          <a:p>
            <a:pPr marL="0" indent="0" algn="just">
              <a:buNone/>
            </a:pPr>
            <a:r>
              <a:rPr lang="en-US" sz="1600" dirty="0">
                <a:solidFill>
                  <a:schemeClr val="tx1"/>
                </a:solidFill>
                <a:latin typeface="Century Gothic" panose="020B0502020202020204" pitchFamily="34" charset="0"/>
              </a:rPr>
              <a:t> For illegal access to be established, two elements must be present: </a:t>
            </a:r>
          </a:p>
          <a:p>
            <a:pPr algn="just"/>
            <a:r>
              <a:rPr lang="en-US" sz="1600" dirty="0">
                <a:solidFill>
                  <a:schemeClr val="tx1"/>
                </a:solidFill>
                <a:latin typeface="Century Gothic" panose="020B0502020202020204" pitchFamily="34" charset="0"/>
              </a:rPr>
              <a:t>intentional access to a computer system </a:t>
            </a:r>
          </a:p>
          <a:p>
            <a:pPr algn="just"/>
            <a:r>
              <a:rPr lang="en-US" sz="1600" dirty="0">
                <a:solidFill>
                  <a:schemeClr val="tx1"/>
                </a:solidFill>
                <a:latin typeface="Century Gothic" panose="020B0502020202020204" pitchFamily="34" charset="0"/>
              </a:rPr>
              <a:t>lack of authorization for the person accessing the system.</a:t>
            </a:r>
          </a:p>
          <a:p>
            <a:pPr marL="0" indent="0" algn="just">
              <a:buNone/>
            </a:pPr>
            <a:endParaRPr lang="en-US" sz="1600" dirty="0">
              <a:solidFill>
                <a:schemeClr val="tx1"/>
              </a:solidFill>
              <a:latin typeface="Century Gothic" panose="020B0502020202020204" pitchFamily="34" charset="0"/>
            </a:endParaRPr>
          </a:p>
        </p:txBody>
      </p:sp>
      <p:sp>
        <p:nvSpPr>
          <p:cNvPr id="2" name="TextBox 1">
            <a:extLst>
              <a:ext uri="{FF2B5EF4-FFF2-40B4-BE49-F238E27FC236}">
                <a16:creationId xmlns:a16="http://schemas.microsoft.com/office/drawing/2014/main" id="{61C5E2C3-A69A-885E-8621-4F77B0DAF9A6}"/>
              </a:ext>
            </a:extLst>
          </p:cNvPr>
          <p:cNvSpPr txBox="1"/>
          <p:nvPr/>
        </p:nvSpPr>
        <p:spPr>
          <a:xfrm>
            <a:off x="4355976" y="18596"/>
            <a:ext cx="5544616" cy="307777"/>
          </a:xfrm>
          <a:prstGeom prst="rect">
            <a:avLst/>
          </a:prstGeom>
          <a:noFill/>
        </p:spPr>
        <p:txBody>
          <a:bodyPr wrap="square" rtlCol="0">
            <a:spAutoFit/>
          </a:bodyPr>
          <a:lstStyle/>
          <a:p>
            <a:r>
              <a:rPr lang="en-PH" sz="1400" dirty="0">
                <a:solidFill>
                  <a:schemeClr val="accent1"/>
                </a:solidFill>
              </a:rPr>
              <a:t>IT 210 SOCIAL AND PROFESSIONAL ISSUES | BSIT 3A</a:t>
            </a:r>
          </a:p>
        </p:txBody>
      </p:sp>
      <p:cxnSp>
        <p:nvCxnSpPr>
          <p:cNvPr id="3" name="Straight Connector 2">
            <a:extLst>
              <a:ext uri="{FF2B5EF4-FFF2-40B4-BE49-F238E27FC236}">
                <a16:creationId xmlns:a16="http://schemas.microsoft.com/office/drawing/2014/main" id="{B4FE29BA-5D9C-EFA6-BC14-DF813DB21B16}"/>
              </a:ext>
            </a:extLst>
          </p:cNvPr>
          <p:cNvCxnSpPr>
            <a:cxnSpLocks/>
          </p:cNvCxnSpPr>
          <p:nvPr/>
        </p:nvCxnSpPr>
        <p:spPr>
          <a:xfrm>
            <a:off x="4355976" y="326372"/>
            <a:ext cx="4788024" cy="0"/>
          </a:xfrm>
          <a:prstGeom prst="line">
            <a:avLst/>
          </a:prstGeom>
          <a:ln w="19050" cmpd="sng">
            <a:solidFill>
              <a:srgbClr val="FF0000"/>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0234480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6867" name="Rectangle 3">
            <a:extLst>
              <a:ext uri="{FF2B5EF4-FFF2-40B4-BE49-F238E27FC236}">
                <a16:creationId xmlns:a16="http://schemas.microsoft.com/office/drawing/2014/main" id="{282E8B9F-E1F3-6A69-C46A-2A48412B59B0}"/>
              </a:ext>
            </a:extLst>
          </p:cNvPr>
          <p:cNvSpPr txBox="1">
            <a:spLocks noChangeArrowheads="1"/>
          </p:cNvSpPr>
          <p:nvPr/>
        </p:nvSpPr>
        <p:spPr bwMode="auto">
          <a:xfrm>
            <a:off x="1979712" y="650599"/>
            <a:ext cx="7164288" cy="61888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2800" kern="1200">
                <a:solidFill>
                  <a:schemeClr val="bg1"/>
                </a:solidFill>
                <a:latin typeface="+mn-lt"/>
                <a:ea typeface="+mn-ea"/>
                <a:cs typeface="+mn-cs"/>
              </a:defRPr>
            </a:lvl1pPr>
            <a:lvl2pPr marL="742950" indent="-285750" algn="l" rtl="0" eaLnBrk="1" fontAlgn="base" hangingPunct="1">
              <a:spcBef>
                <a:spcPct val="20000"/>
              </a:spcBef>
              <a:spcAft>
                <a:spcPct val="0"/>
              </a:spcAft>
              <a:buChar char="–"/>
              <a:defRPr sz="2400" b="1" kern="1200">
                <a:solidFill>
                  <a:schemeClr val="bg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bg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1400" b="1" dirty="0">
                <a:solidFill>
                  <a:schemeClr val="tx1"/>
                </a:solidFill>
                <a:latin typeface="Century Gothic" panose="020B0502020202020204" pitchFamily="34" charset="0"/>
              </a:rPr>
              <a:t>Reasonable Expectation of Privacy</a:t>
            </a:r>
          </a:p>
          <a:p>
            <a:pPr marL="0" indent="0" algn="just">
              <a:buNone/>
            </a:pPr>
            <a:endParaRPr lang="en-US" sz="1400" dirty="0">
              <a:solidFill>
                <a:schemeClr val="tx1"/>
              </a:solidFill>
              <a:latin typeface="Century Gothic" panose="020B0502020202020204" pitchFamily="34" charset="0"/>
            </a:endParaRPr>
          </a:p>
          <a:p>
            <a:pPr algn="just"/>
            <a:r>
              <a:rPr lang="en-US" sz="1400" dirty="0">
                <a:solidFill>
                  <a:schemeClr val="tx1"/>
                </a:solidFill>
                <a:latin typeface="Century Gothic" panose="020B0502020202020204" pitchFamily="34" charset="0"/>
              </a:rPr>
              <a:t>This concept revolves around the idea that individuals can only claim their privacy rights were violated if they had a reasonable expectation of privacy in a particular situation.</a:t>
            </a:r>
          </a:p>
          <a:p>
            <a:pPr algn="just"/>
            <a:r>
              <a:rPr lang="en-US" sz="1400" dirty="0">
                <a:solidFill>
                  <a:schemeClr val="tx1"/>
                </a:solidFill>
                <a:latin typeface="Century Gothic" panose="020B0502020202020204" pitchFamily="34" charset="0"/>
              </a:rPr>
              <a:t>Understanding when a person has a reasonable expectation of privacy is crucial in determining whether privacy rights were infringed upon.</a:t>
            </a:r>
          </a:p>
          <a:p>
            <a:pPr algn="just"/>
            <a:r>
              <a:rPr lang="en-US" sz="1400" dirty="0">
                <a:solidFill>
                  <a:schemeClr val="tx1"/>
                </a:solidFill>
                <a:latin typeface="Century Gothic" panose="020B0502020202020204" pitchFamily="34" charset="0"/>
              </a:rPr>
              <a:t>Examples provided illustrate scenarios where privacy rights may or may not apply based on the context of the situation, such as public versus private settings.</a:t>
            </a:r>
          </a:p>
          <a:p>
            <a:pPr marL="0" indent="0" algn="just">
              <a:buNone/>
            </a:pPr>
            <a:endParaRPr lang="en-US" sz="1400" dirty="0">
              <a:solidFill>
                <a:schemeClr val="tx1"/>
              </a:solidFill>
              <a:latin typeface="Century Gothic" panose="020B0502020202020204" pitchFamily="34" charset="0"/>
            </a:endParaRPr>
          </a:p>
          <a:p>
            <a:pPr marL="0" indent="0" algn="just">
              <a:buNone/>
            </a:pPr>
            <a:r>
              <a:rPr lang="en-US" sz="1400" b="1" dirty="0">
                <a:solidFill>
                  <a:schemeClr val="tx1"/>
                </a:solidFill>
                <a:latin typeface="Century Gothic" panose="020B0502020202020204" pitchFamily="34" charset="0"/>
              </a:rPr>
              <a:t>2. Illegal Interception</a:t>
            </a:r>
          </a:p>
          <a:p>
            <a:pPr algn="just"/>
            <a:endParaRPr lang="en-US" sz="1400" dirty="0">
              <a:solidFill>
                <a:schemeClr val="tx1"/>
              </a:solidFill>
              <a:latin typeface="Century Gothic" panose="020B0502020202020204" pitchFamily="34" charset="0"/>
            </a:endParaRPr>
          </a:p>
          <a:p>
            <a:pPr algn="just"/>
            <a:r>
              <a:rPr lang="en-US" sz="1400" dirty="0">
                <a:solidFill>
                  <a:schemeClr val="tx1"/>
                </a:solidFill>
                <a:latin typeface="Century Gothic" panose="020B0502020202020204" pitchFamily="34" charset="0"/>
              </a:rPr>
              <a:t>Illegal interception involves the intentional interception of non-public transmission of computer data without authorization.</a:t>
            </a:r>
          </a:p>
          <a:p>
            <a:pPr marL="0" indent="0" algn="just">
              <a:buNone/>
            </a:pPr>
            <a:endParaRPr lang="en-US" sz="1400" dirty="0">
              <a:solidFill>
                <a:schemeClr val="tx1"/>
              </a:solidFill>
              <a:latin typeface="Century Gothic" panose="020B0502020202020204" pitchFamily="34" charset="0"/>
            </a:endParaRPr>
          </a:p>
          <a:p>
            <a:pPr marL="0" indent="0" algn="just">
              <a:buNone/>
            </a:pPr>
            <a:r>
              <a:rPr lang="en-US" sz="1400" b="1" dirty="0">
                <a:solidFill>
                  <a:schemeClr val="tx1"/>
                </a:solidFill>
                <a:latin typeface="Century Gothic" panose="020B0502020202020204" pitchFamily="34" charset="0"/>
              </a:rPr>
              <a:t>Elements of illegal interception include </a:t>
            </a:r>
          </a:p>
          <a:p>
            <a:pPr marL="0" indent="0" algn="just">
              <a:buNone/>
            </a:pPr>
            <a:r>
              <a:rPr lang="en-US" sz="1400" dirty="0">
                <a:solidFill>
                  <a:schemeClr val="tx1"/>
                </a:solidFill>
                <a:latin typeface="Century Gothic" panose="020B0502020202020204" pitchFamily="34" charset="0"/>
              </a:rPr>
              <a:t>1. It must be intentional; </a:t>
            </a:r>
          </a:p>
          <a:p>
            <a:pPr marL="0" indent="0" algn="just">
              <a:buNone/>
            </a:pPr>
            <a:r>
              <a:rPr lang="en-US" sz="1400" dirty="0">
                <a:solidFill>
                  <a:schemeClr val="tx1"/>
                </a:solidFill>
                <a:latin typeface="Century Gothic" panose="020B0502020202020204" pitchFamily="34" charset="0"/>
              </a:rPr>
              <a:t>2. It must be by technical means; </a:t>
            </a:r>
          </a:p>
          <a:p>
            <a:pPr marL="0" indent="0" algn="just">
              <a:buNone/>
            </a:pPr>
            <a:r>
              <a:rPr lang="en-US" sz="1400" dirty="0">
                <a:solidFill>
                  <a:schemeClr val="tx1"/>
                </a:solidFill>
                <a:latin typeface="Century Gothic" panose="020B0502020202020204" pitchFamily="34" charset="0"/>
              </a:rPr>
              <a:t>3. The person involved is without any right to do the interception </a:t>
            </a:r>
          </a:p>
          <a:p>
            <a:pPr marL="0" indent="0" algn="just">
              <a:buNone/>
            </a:pPr>
            <a:r>
              <a:rPr lang="en-US" sz="1400" dirty="0">
                <a:solidFill>
                  <a:schemeClr val="tx1"/>
                </a:solidFill>
                <a:latin typeface="Century Gothic" panose="020B0502020202020204" pitchFamily="34" charset="0"/>
              </a:rPr>
              <a:t>4. The transmission of computer data to, from, or within a computer system is non-public;.</a:t>
            </a:r>
          </a:p>
          <a:p>
            <a:pPr marL="228600" indent="-228600" algn="just">
              <a:buFont typeface="+mj-lt"/>
              <a:buAutoNum type="arabicPeriod"/>
            </a:pPr>
            <a:endParaRPr lang="en-US" sz="1400" dirty="0">
              <a:solidFill>
                <a:schemeClr val="tx1"/>
              </a:solidFill>
              <a:latin typeface="Century Gothic" panose="020B0502020202020204" pitchFamily="34" charset="0"/>
            </a:endParaRPr>
          </a:p>
          <a:p>
            <a:pPr algn="just"/>
            <a:r>
              <a:rPr lang="en-US" sz="1400" dirty="0">
                <a:solidFill>
                  <a:schemeClr val="tx1"/>
                </a:solidFill>
                <a:latin typeface="Century Gothic" panose="020B0502020202020204" pitchFamily="34" charset="0"/>
              </a:rPr>
              <a:t>This offense often involves activities like eavesdropping, tapping, or unauthorized access to transmitted data.</a:t>
            </a:r>
          </a:p>
          <a:p>
            <a:pPr marL="0" indent="0" algn="just">
              <a:buNone/>
            </a:pPr>
            <a:endParaRPr lang="en-US" sz="1400" dirty="0">
              <a:solidFill>
                <a:schemeClr val="tx1"/>
              </a:solidFill>
              <a:latin typeface="Century Gothic" panose="020B0502020202020204" pitchFamily="34" charset="0"/>
            </a:endParaRPr>
          </a:p>
        </p:txBody>
      </p:sp>
      <p:sp>
        <p:nvSpPr>
          <p:cNvPr id="2" name="TextBox 1">
            <a:extLst>
              <a:ext uri="{FF2B5EF4-FFF2-40B4-BE49-F238E27FC236}">
                <a16:creationId xmlns:a16="http://schemas.microsoft.com/office/drawing/2014/main" id="{61C5E2C3-A69A-885E-8621-4F77B0DAF9A6}"/>
              </a:ext>
            </a:extLst>
          </p:cNvPr>
          <p:cNvSpPr txBox="1"/>
          <p:nvPr/>
        </p:nvSpPr>
        <p:spPr>
          <a:xfrm>
            <a:off x="4355976" y="18596"/>
            <a:ext cx="5544616" cy="307777"/>
          </a:xfrm>
          <a:prstGeom prst="rect">
            <a:avLst/>
          </a:prstGeom>
          <a:noFill/>
        </p:spPr>
        <p:txBody>
          <a:bodyPr wrap="square" rtlCol="0">
            <a:spAutoFit/>
          </a:bodyPr>
          <a:lstStyle/>
          <a:p>
            <a:r>
              <a:rPr lang="en-PH" sz="1400" dirty="0">
                <a:solidFill>
                  <a:schemeClr val="accent1"/>
                </a:solidFill>
              </a:rPr>
              <a:t>IT 210 SOCIAL AND PROFESSIONAL ISSUES | BSIT 3A</a:t>
            </a:r>
          </a:p>
        </p:txBody>
      </p:sp>
      <p:cxnSp>
        <p:nvCxnSpPr>
          <p:cNvPr id="3" name="Straight Connector 2">
            <a:extLst>
              <a:ext uri="{FF2B5EF4-FFF2-40B4-BE49-F238E27FC236}">
                <a16:creationId xmlns:a16="http://schemas.microsoft.com/office/drawing/2014/main" id="{B4FE29BA-5D9C-EFA6-BC14-DF813DB21B16}"/>
              </a:ext>
            </a:extLst>
          </p:cNvPr>
          <p:cNvCxnSpPr>
            <a:cxnSpLocks/>
          </p:cNvCxnSpPr>
          <p:nvPr/>
        </p:nvCxnSpPr>
        <p:spPr>
          <a:xfrm>
            <a:off x="4355976" y="326372"/>
            <a:ext cx="4788024" cy="0"/>
          </a:xfrm>
          <a:prstGeom prst="line">
            <a:avLst/>
          </a:prstGeom>
          <a:ln w="19050" cmpd="sng">
            <a:solidFill>
              <a:srgbClr val="FF0000"/>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41841876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6867" name="Rectangle 3">
            <a:extLst>
              <a:ext uri="{FF2B5EF4-FFF2-40B4-BE49-F238E27FC236}">
                <a16:creationId xmlns:a16="http://schemas.microsoft.com/office/drawing/2014/main" id="{282E8B9F-E1F3-6A69-C46A-2A48412B59B0}"/>
              </a:ext>
            </a:extLst>
          </p:cNvPr>
          <p:cNvSpPr txBox="1">
            <a:spLocks noChangeArrowheads="1"/>
          </p:cNvSpPr>
          <p:nvPr/>
        </p:nvSpPr>
        <p:spPr bwMode="auto">
          <a:xfrm>
            <a:off x="1835696" y="669195"/>
            <a:ext cx="7164288" cy="61888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2800" kern="1200">
                <a:solidFill>
                  <a:schemeClr val="bg1"/>
                </a:solidFill>
                <a:latin typeface="+mn-lt"/>
                <a:ea typeface="+mn-ea"/>
                <a:cs typeface="+mn-cs"/>
              </a:defRPr>
            </a:lvl1pPr>
            <a:lvl2pPr marL="742950" indent="-285750" algn="l" rtl="0" eaLnBrk="1" fontAlgn="base" hangingPunct="1">
              <a:spcBef>
                <a:spcPct val="20000"/>
              </a:spcBef>
              <a:spcAft>
                <a:spcPct val="0"/>
              </a:spcAft>
              <a:buChar char="–"/>
              <a:defRPr sz="2400" b="1" kern="1200">
                <a:solidFill>
                  <a:schemeClr val="bg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bg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1200" b="1" dirty="0">
                <a:solidFill>
                  <a:schemeClr val="tx1"/>
                </a:solidFill>
                <a:latin typeface="Century Gothic" panose="020B0502020202020204" pitchFamily="34" charset="0"/>
              </a:rPr>
              <a:t>3. Data Interference</a:t>
            </a:r>
          </a:p>
          <a:p>
            <a:pPr marL="0" indent="0" algn="just">
              <a:buNone/>
            </a:pPr>
            <a:endParaRPr lang="en-US" sz="1200" dirty="0">
              <a:solidFill>
                <a:schemeClr val="tx1"/>
              </a:solidFill>
              <a:latin typeface="Century Gothic" panose="020B0502020202020204" pitchFamily="34" charset="0"/>
            </a:endParaRPr>
          </a:p>
          <a:p>
            <a:pPr algn="just"/>
            <a:r>
              <a:rPr lang="en-US" sz="1200" dirty="0">
                <a:solidFill>
                  <a:schemeClr val="tx1"/>
                </a:solidFill>
                <a:latin typeface="Century Gothic" panose="020B0502020202020204" pitchFamily="34" charset="0"/>
              </a:rPr>
              <a:t>Data interference encompasses intentional or reckless actions that alter, damage, delete, or deteriorate computer data without authorization.</a:t>
            </a:r>
          </a:p>
          <a:p>
            <a:pPr algn="just"/>
            <a:r>
              <a:rPr lang="en-US" sz="1200" dirty="0">
                <a:solidFill>
                  <a:schemeClr val="tx1"/>
                </a:solidFill>
                <a:latin typeface="Century Gothic" panose="020B0502020202020204" pitchFamily="34" charset="0"/>
              </a:rPr>
              <a:t>This offense also covers the introduction or transmission of viruses, which can compromise the integrity of computer systems and data.</a:t>
            </a:r>
          </a:p>
          <a:p>
            <a:pPr algn="just"/>
            <a:r>
              <a:rPr lang="en-US" sz="1200" dirty="0">
                <a:solidFill>
                  <a:schemeClr val="tx1"/>
                </a:solidFill>
                <a:latin typeface="Century Gothic" panose="020B0502020202020204" pitchFamily="34" charset="0"/>
              </a:rPr>
              <a:t>Examples illustrate scenarios where individuals maliciously tamper with data, potentially causing harm to systems or individuals reliant on that data.</a:t>
            </a:r>
          </a:p>
          <a:p>
            <a:pPr marL="0" indent="0" algn="just">
              <a:buNone/>
            </a:pPr>
            <a:endParaRPr lang="en-US" sz="1200" b="1" dirty="0">
              <a:solidFill>
                <a:schemeClr val="tx1"/>
              </a:solidFill>
              <a:latin typeface="Century Gothic" panose="020B0502020202020204" pitchFamily="34" charset="0"/>
            </a:endParaRPr>
          </a:p>
          <a:p>
            <a:pPr marL="0" indent="0" algn="just">
              <a:buNone/>
            </a:pPr>
            <a:r>
              <a:rPr lang="en-US" sz="1200" b="1" dirty="0">
                <a:solidFill>
                  <a:schemeClr val="tx1"/>
                </a:solidFill>
                <a:latin typeface="Century Gothic" panose="020B0502020202020204" pitchFamily="34" charset="0"/>
              </a:rPr>
              <a:t>4.  System Interference</a:t>
            </a:r>
          </a:p>
          <a:p>
            <a:pPr marL="0" indent="0" algn="just">
              <a:buNone/>
            </a:pPr>
            <a:endParaRPr lang="en-US" sz="1200" dirty="0">
              <a:solidFill>
                <a:schemeClr val="tx1"/>
              </a:solidFill>
              <a:latin typeface="Century Gothic" panose="020B0502020202020204" pitchFamily="34" charset="0"/>
            </a:endParaRPr>
          </a:p>
          <a:p>
            <a:pPr algn="just"/>
            <a:r>
              <a:rPr lang="en-US" sz="1200" dirty="0">
                <a:solidFill>
                  <a:schemeClr val="tx1"/>
                </a:solidFill>
                <a:latin typeface="Century Gothic" panose="020B0502020202020204" pitchFamily="34" charset="0"/>
              </a:rPr>
              <a:t>System interference involves intentional actions that hinder or interfere with the functioning of a computer or computer network without authority.</a:t>
            </a:r>
          </a:p>
          <a:p>
            <a:pPr algn="just"/>
            <a:r>
              <a:rPr lang="en-US" sz="1200" dirty="0">
                <a:solidFill>
                  <a:schemeClr val="tx1"/>
                </a:solidFill>
                <a:latin typeface="Century Gothic" panose="020B0502020202020204" pitchFamily="34" charset="0"/>
              </a:rPr>
              <a:t>Activities like inputting, transmitting, damaging, deleting, or altering computer data or programs constitute system interference.</a:t>
            </a:r>
          </a:p>
          <a:p>
            <a:pPr algn="just"/>
            <a:r>
              <a:rPr lang="en-US" sz="1200" dirty="0">
                <a:solidFill>
                  <a:schemeClr val="tx1"/>
                </a:solidFill>
                <a:latin typeface="Century Gothic" panose="020B0502020202020204" pitchFamily="34" charset="0"/>
              </a:rPr>
              <a:t>Distinctions between data and system interference are highlighted, with system interference focusing on disrupting the overall functioning of computer systems.</a:t>
            </a:r>
          </a:p>
          <a:p>
            <a:pPr algn="just"/>
            <a:r>
              <a:rPr lang="en-US" sz="1200" dirty="0">
                <a:solidFill>
                  <a:schemeClr val="tx1"/>
                </a:solidFill>
                <a:latin typeface="Century Gothic" panose="020B0502020202020204" pitchFamily="34" charset="0"/>
              </a:rPr>
              <a:t>Practical examples demonstrate how altering data or computer programs can disrupt system operations and constitute interference offenses.</a:t>
            </a:r>
          </a:p>
          <a:p>
            <a:pPr algn="just"/>
            <a:endParaRPr lang="en-US" sz="1200" dirty="0">
              <a:solidFill>
                <a:schemeClr val="tx1"/>
              </a:solidFill>
              <a:latin typeface="Century Gothic" panose="020B0502020202020204" pitchFamily="34" charset="0"/>
            </a:endParaRPr>
          </a:p>
          <a:p>
            <a:pPr marL="0" indent="0" algn="just">
              <a:buNone/>
            </a:pPr>
            <a:r>
              <a:rPr lang="en-US" sz="1200" b="1" dirty="0">
                <a:solidFill>
                  <a:schemeClr val="tx1"/>
                </a:solidFill>
                <a:latin typeface="Century Gothic" panose="020B0502020202020204" pitchFamily="34" charset="0"/>
              </a:rPr>
              <a:t>Internet Virus</a:t>
            </a:r>
          </a:p>
          <a:p>
            <a:pPr algn="just"/>
            <a:endParaRPr lang="en-US" sz="1200" dirty="0">
              <a:solidFill>
                <a:schemeClr val="tx1"/>
              </a:solidFill>
              <a:latin typeface="Century Gothic" panose="020B0502020202020204" pitchFamily="34" charset="0"/>
            </a:endParaRPr>
          </a:p>
          <a:p>
            <a:pPr algn="just"/>
            <a:r>
              <a:rPr lang="en-US" sz="1200" dirty="0">
                <a:solidFill>
                  <a:schemeClr val="tx1"/>
                </a:solidFill>
                <a:latin typeface="Century Gothic" panose="020B0502020202020204" pitchFamily="34" charset="0"/>
              </a:rPr>
              <a:t>The introduction or transmission of computer viruses is discussed in the context of cybercrime offenses.</a:t>
            </a:r>
          </a:p>
          <a:p>
            <a:pPr algn="just"/>
            <a:r>
              <a:rPr lang="en-US" sz="1200" dirty="0">
                <a:solidFill>
                  <a:schemeClr val="tx1"/>
                </a:solidFill>
                <a:latin typeface="Century Gothic" panose="020B0502020202020204" pitchFamily="34" charset="0"/>
              </a:rPr>
              <a:t>Depending on the impact of the virus, individuals may be held liable for data or system interference.</a:t>
            </a:r>
          </a:p>
          <a:p>
            <a:pPr algn="just"/>
            <a:r>
              <a:rPr lang="en-US" sz="1200" dirty="0">
                <a:solidFill>
                  <a:schemeClr val="tx1"/>
                </a:solidFill>
                <a:latin typeface="Century Gothic" panose="020B0502020202020204" pitchFamily="34" charset="0"/>
              </a:rPr>
              <a:t>Scenarios illustrate how viruses can be used to alter data, compromise system functionality, or both, leading to potential legal repercussions.</a:t>
            </a:r>
          </a:p>
          <a:p>
            <a:pPr marL="0" indent="0" algn="just">
              <a:buNone/>
            </a:pPr>
            <a:endParaRPr lang="en-US" sz="1200" dirty="0">
              <a:solidFill>
                <a:schemeClr val="tx1"/>
              </a:solidFill>
              <a:latin typeface="Century Gothic" panose="020B0502020202020204" pitchFamily="34" charset="0"/>
            </a:endParaRPr>
          </a:p>
          <a:p>
            <a:pPr marL="0" indent="0" algn="just">
              <a:buNone/>
            </a:pPr>
            <a:endParaRPr lang="en-US" sz="1200" dirty="0">
              <a:solidFill>
                <a:schemeClr val="tx1"/>
              </a:solidFill>
              <a:latin typeface="Century Gothic" panose="020B0502020202020204" pitchFamily="34" charset="0"/>
            </a:endParaRPr>
          </a:p>
        </p:txBody>
      </p:sp>
      <p:sp>
        <p:nvSpPr>
          <p:cNvPr id="2" name="TextBox 1">
            <a:extLst>
              <a:ext uri="{FF2B5EF4-FFF2-40B4-BE49-F238E27FC236}">
                <a16:creationId xmlns:a16="http://schemas.microsoft.com/office/drawing/2014/main" id="{61C5E2C3-A69A-885E-8621-4F77B0DAF9A6}"/>
              </a:ext>
            </a:extLst>
          </p:cNvPr>
          <p:cNvSpPr txBox="1"/>
          <p:nvPr/>
        </p:nvSpPr>
        <p:spPr>
          <a:xfrm>
            <a:off x="4355976" y="18596"/>
            <a:ext cx="5544616" cy="307777"/>
          </a:xfrm>
          <a:prstGeom prst="rect">
            <a:avLst/>
          </a:prstGeom>
          <a:noFill/>
        </p:spPr>
        <p:txBody>
          <a:bodyPr wrap="square" rtlCol="0">
            <a:spAutoFit/>
          </a:bodyPr>
          <a:lstStyle/>
          <a:p>
            <a:r>
              <a:rPr lang="en-PH" sz="1400" dirty="0">
                <a:solidFill>
                  <a:schemeClr val="accent1"/>
                </a:solidFill>
              </a:rPr>
              <a:t>IT 210 SOCIAL AND PROFESSIONAL ISSUES | BSIT 3A</a:t>
            </a:r>
          </a:p>
        </p:txBody>
      </p:sp>
      <p:cxnSp>
        <p:nvCxnSpPr>
          <p:cNvPr id="3" name="Straight Connector 2">
            <a:extLst>
              <a:ext uri="{FF2B5EF4-FFF2-40B4-BE49-F238E27FC236}">
                <a16:creationId xmlns:a16="http://schemas.microsoft.com/office/drawing/2014/main" id="{B4FE29BA-5D9C-EFA6-BC14-DF813DB21B16}"/>
              </a:ext>
            </a:extLst>
          </p:cNvPr>
          <p:cNvCxnSpPr>
            <a:cxnSpLocks/>
          </p:cNvCxnSpPr>
          <p:nvPr/>
        </p:nvCxnSpPr>
        <p:spPr>
          <a:xfrm>
            <a:off x="4355976" y="326372"/>
            <a:ext cx="4788024" cy="0"/>
          </a:xfrm>
          <a:prstGeom prst="line">
            <a:avLst/>
          </a:prstGeom>
          <a:ln w="19050" cmpd="sng">
            <a:solidFill>
              <a:srgbClr val="FF0000"/>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2081903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6867" name="Rectangle 3">
            <a:extLst>
              <a:ext uri="{FF2B5EF4-FFF2-40B4-BE49-F238E27FC236}">
                <a16:creationId xmlns:a16="http://schemas.microsoft.com/office/drawing/2014/main" id="{282E8B9F-E1F3-6A69-C46A-2A48412B59B0}"/>
              </a:ext>
            </a:extLst>
          </p:cNvPr>
          <p:cNvSpPr txBox="1">
            <a:spLocks noChangeArrowheads="1"/>
          </p:cNvSpPr>
          <p:nvPr/>
        </p:nvSpPr>
        <p:spPr bwMode="auto">
          <a:xfrm>
            <a:off x="1979712" y="548680"/>
            <a:ext cx="7164288" cy="61888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2800" kern="1200">
                <a:solidFill>
                  <a:schemeClr val="bg1"/>
                </a:solidFill>
                <a:latin typeface="+mn-lt"/>
                <a:ea typeface="+mn-ea"/>
                <a:cs typeface="+mn-cs"/>
              </a:defRPr>
            </a:lvl1pPr>
            <a:lvl2pPr marL="742950" indent="-285750" algn="l" rtl="0" eaLnBrk="1" fontAlgn="base" hangingPunct="1">
              <a:spcBef>
                <a:spcPct val="20000"/>
              </a:spcBef>
              <a:spcAft>
                <a:spcPct val="0"/>
              </a:spcAft>
              <a:buChar char="–"/>
              <a:defRPr sz="2400" b="1" kern="1200">
                <a:solidFill>
                  <a:schemeClr val="bg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bg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1400" b="1" dirty="0">
                <a:solidFill>
                  <a:schemeClr val="tx1"/>
                </a:solidFill>
                <a:latin typeface="Century Gothic" panose="020B0502020202020204" pitchFamily="34" charset="0"/>
              </a:rPr>
              <a:t>5.  Misuse of Devices (Sec. (4(a)(5)):</a:t>
            </a:r>
          </a:p>
          <a:p>
            <a:pPr marL="0" indent="0" algn="just">
              <a:buNone/>
            </a:pPr>
            <a:endParaRPr lang="en-US" sz="1400" b="1" dirty="0">
              <a:solidFill>
                <a:schemeClr val="tx1"/>
              </a:solidFill>
              <a:latin typeface="Century Gothic" panose="020B0502020202020204" pitchFamily="34" charset="0"/>
            </a:endParaRPr>
          </a:p>
          <a:p>
            <a:pPr marL="0" indent="0" algn="just">
              <a:buNone/>
            </a:pPr>
            <a:r>
              <a:rPr lang="en-US" sz="1400" dirty="0">
                <a:solidFill>
                  <a:schemeClr val="tx1"/>
                </a:solidFill>
                <a:latin typeface="Century Gothic" panose="020B0502020202020204" pitchFamily="34" charset="0"/>
              </a:rPr>
              <a:t>This section of the law addresses the misuse of devices, including computer programs, passwords, access codes, or similar data, for the purpose of committing offenses under the Cybercrime Prevention Act.</a:t>
            </a:r>
          </a:p>
          <a:p>
            <a:pPr marL="0" indent="0" algn="just">
              <a:buNone/>
            </a:pPr>
            <a:endParaRPr lang="en-US" sz="1400" dirty="0">
              <a:solidFill>
                <a:schemeClr val="tx1"/>
              </a:solidFill>
              <a:latin typeface="Century Gothic" panose="020B0502020202020204" pitchFamily="34" charset="0"/>
            </a:endParaRPr>
          </a:p>
          <a:p>
            <a:pPr marL="0" indent="0" algn="just">
              <a:buNone/>
            </a:pPr>
            <a:r>
              <a:rPr lang="en-US" sz="1400" b="1" dirty="0">
                <a:solidFill>
                  <a:schemeClr val="tx1"/>
                </a:solidFill>
                <a:latin typeface="Century Gothic" panose="020B0502020202020204" pitchFamily="34" charset="0"/>
              </a:rPr>
              <a:t>(</a:t>
            </a:r>
            <a:r>
              <a:rPr lang="en-US" sz="1400" b="1" dirty="0" err="1">
                <a:solidFill>
                  <a:schemeClr val="tx1"/>
                </a:solidFill>
                <a:latin typeface="Century Gothic" panose="020B0502020202020204" pitchFamily="34" charset="0"/>
              </a:rPr>
              <a:t>i</a:t>
            </a:r>
            <a:r>
              <a:rPr lang="en-US" sz="1400" b="1" dirty="0">
                <a:solidFill>
                  <a:schemeClr val="tx1"/>
                </a:solidFill>
                <a:latin typeface="Century Gothic" panose="020B0502020202020204" pitchFamily="34" charset="0"/>
              </a:rPr>
              <a:t>) unauthorized Use, Production, Sale, etc. of Devices</a:t>
            </a:r>
          </a:p>
          <a:p>
            <a:pPr marL="0" indent="0" algn="just">
              <a:buNone/>
            </a:pPr>
            <a:r>
              <a:rPr lang="en-US" sz="1400" dirty="0">
                <a:solidFill>
                  <a:schemeClr val="tx1"/>
                </a:solidFill>
                <a:latin typeface="Century Gothic" panose="020B0502020202020204" pitchFamily="34" charset="0"/>
              </a:rPr>
              <a:t>   - It prohibits the use, production, sale, procurement, importation, distribution, or making available of devices, such as computer programs, designed or adapted primarily for committing offenses under the Act.</a:t>
            </a:r>
          </a:p>
          <a:p>
            <a:pPr marL="0" indent="0" algn="just">
              <a:buNone/>
            </a:pPr>
            <a:r>
              <a:rPr lang="en-US" sz="1400" dirty="0">
                <a:solidFill>
                  <a:schemeClr val="tx1"/>
                </a:solidFill>
                <a:latin typeface="Century Gothic" panose="020B0502020202020204" pitchFamily="34" charset="0"/>
              </a:rPr>
              <a:t>   - It also prohibits the use, production, sale, etc., of computer passwords, access codes, or similar data intended for accessing computer systems with the intent to commit offenses under the Act.</a:t>
            </a:r>
          </a:p>
          <a:p>
            <a:pPr marL="0" indent="0" algn="just">
              <a:buNone/>
            </a:pPr>
            <a:endParaRPr lang="en-US" sz="1400" b="1" dirty="0">
              <a:solidFill>
                <a:schemeClr val="tx1"/>
              </a:solidFill>
              <a:latin typeface="Century Gothic" panose="020B0502020202020204" pitchFamily="34" charset="0"/>
            </a:endParaRPr>
          </a:p>
          <a:p>
            <a:pPr marL="0" indent="0" algn="just">
              <a:buNone/>
            </a:pPr>
            <a:r>
              <a:rPr lang="en-US" sz="1400" b="1" dirty="0">
                <a:solidFill>
                  <a:schemeClr val="tx1"/>
                </a:solidFill>
                <a:latin typeface="Century Gothic" panose="020B0502020202020204" pitchFamily="34" charset="0"/>
              </a:rPr>
              <a:t>(ii) Possession with Intent to Use</a:t>
            </a:r>
          </a:p>
          <a:p>
            <a:pPr marL="0" indent="0" algn="just">
              <a:buNone/>
            </a:pPr>
            <a:r>
              <a:rPr lang="en-US" sz="1400" dirty="0">
                <a:solidFill>
                  <a:schemeClr val="tx1"/>
                </a:solidFill>
                <a:latin typeface="Century Gothic" panose="020B0502020202020204" pitchFamily="34" charset="0"/>
              </a:rPr>
              <a:t>   - It prohibits the possession of devices mentioned in (</a:t>
            </a:r>
            <a:r>
              <a:rPr lang="en-US" sz="1400" dirty="0" err="1">
                <a:solidFill>
                  <a:schemeClr val="tx1"/>
                </a:solidFill>
                <a:latin typeface="Century Gothic" panose="020B0502020202020204" pitchFamily="34" charset="0"/>
              </a:rPr>
              <a:t>i</a:t>
            </a:r>
            <a:r>
              <a:rPr lang="en-US" sz="1400" dirty="0">
                <a:solidFill>
                  <a:schemeClr val="tx1"/>
                </a:solidFill>
                <a:latin typeface="Century Gothic" panose="020B0502020202020204" pitchFamily="34" charset="0"/>
              </a:rPr>
              <a:t>) with the intent to use them for committing offenses under the Act.</a:t>
            </a:r>
          </a:p>
          <a:p>
            <a:pPr marL="0" indent="0" algn="just">
              <a:buNone/>
            </a:pPr>
            <a:endParaRPr lang="en-US" sz="1400" dirty="0">
              <a:solidFill>
                <a:schemeClr val="tx1"/>
              </a:solidFill>
              <a:latin typeface="Century Gothic" panose="020B0502020202020204" pitchFamily="34" charset="0"/>
            </a:endParaRPr>
          </a:p>
          <a:p>
            <a:pPr marL="0" indent="0" algn="just">
              <a:buNone/>
            </a:pPr>
            <a:r>
              <a:rPr lang="en-US" sz="1400" b="1" dirty="0">
                <a:solidFill>
                  <a:schemeClr val="tx1"/>
                </a:solidFill>
                <a:latin typeface="Century Gothic" panose="020B0502020202020204" pitchFamily="34" charset="0"/>
              </a:rPr>
              <a:t>Example Scenario</a:t>
            </a:r>
          </a:p>
          <a:p>
            <a:pPr marL="0" indent="0" algn="just">
              <a:buNone/>
            </a:pPr>
            <a:r>
              <a:rPr lang="en-US" sz="1400" dirty="0">
                <a:solidFill>
                  <a:schemeClr val="tx1"/>
                </a:solidFill>
                <a:latin typeface="Century Gothic" panose="020B0502020202020204" pitchFamily="34" charset="0"/>
              </a:rPr>
              <a:t>In the early 2000s, you attempted to open a Microsoft Word file created by your wife. However, the file was password-protected, triggering a screen prompt for the password. If you attempted to bypass this protection by using unauthorized software or methods to access the file with the intent to commit an offense under the Cybercrime Prevention Act, it would constitute misuse of devices under this section of the law.</a:t>
            </a:r>
          </a:p>
        </p:txBody>
      </p:sp>
      <p:sp>
        <p:nvSpPr>
          <p:cNvPr id="2" name="TextBox 1">
            <a:extLst>
              <a:ext uri="{FF2B5EF4-FFF2-40B4-BE49-F238E27FC236}">
                <a16:creationId xmlns:a16="http://schemas.microsoft.com/office/drawing/2014/main" id="{61C5E2C3-A69A-885E-8621-4F77B0DAF9A6}"/>
              </a:ext>
            </a:extLst>
          </p:cNvPr>
          <p:cNvSpPr txBox="1"/>
          <p:nvPr/>
        </p:nvSpPr>
        <p:spPr>
          <a:xfrm>
            <a:off x="4355976" y="18596"/>
            <a:ext cx="5544616" cy="307777"/>
          </a:xfrm>
          <a:prstGeom prst="rect">
            <a:avLst/>
          </a:prstGeom>
          <a:noFill/>
        </p:spPr>
        <p:txBody>
          <a:bodyPr wrap="square" rtlCol="0">
            <a:spAutoFit/>
          </a:bodyPr>
          <a:lstStyle/>
          <a:p>
            <a:r>
              <a:rPr lang="en-PH" sz="1400" dirty="0">
                <a:solidFill>
                  <a:schemeClr val="accent1"/>
                </a:solidFill>
              </a:rPr>
              <a:t>IT 210 SOCIAL AND PROFESSIONAL ISSUES | BSIT 3A</a:t>
            </a:r>
          </a:p>
        </p:txBody>
      </p:sp>
      <p:cxnSp>
        <p:nvCxnSpPr>
          <p:cNvPr id="3" name="Straight Connector 2">
            <a:extLst>
              <a:ext uri="{FF2B5EF4-FFF2-40B4-BE49-F238E27FC236}">
                <a16:creationId xmlns:a16="http://schemas.microsoft.com/office/drawing/2014/main" id="{B4FE29BA-5D9C-EFA6-BC14-DF813DB21B16}"/>
              </a:ext>
            </a:extLst>
          </p:cNvPr>
          <p:cNvCxnSpPr>
            <a:cxnSpLocks/>
          </p:cNvCxnSpPr>
          <p:nvPr/>
        </p:nvCxnSpPr>
        <p:spPr>
          <a:xfrm>
            <a:off x="4355976" y="326372"/>
            <a:ext cx="4788024" cy="0"/>
          </a:xfrm>
          <a:prstGeom prst="line">
            <a:avLst/>
          </a:prstGeom>
          <a:ln w="19050" cmpd="sng">
            <a:solidFill>
              <a:srgbClr val="FF0000"/>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808988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4E7928-2C60-03A9-1FAF-4FBCD2877FD1}"/>
              </a:ext>
            </a:extLst>
          </p:cNvPr>
          <p:cNvSpPr txBox="1"/>
          <p:nvPr/>
        </p:nvSpPr>
        <p:spPr>
          <a:xfrm>
            <a:off x="1331640" y="2132856"/>
            <a:ext cx="7488832" cy="1446550"/>
          </a:xfrm>
          <a:prstGeom prst="rect">
            <a:avLst/>
          </a:prstGeom>
          <a:noFill/>
        </p:spPr>
        <p:txBody>
          <a:bodyPr wrap="square" rtlCol="0">
            <a:spAutoFit/>
          </a:bodyPr>
          <a:lstStyle/>
          <a:p>
            <a:r>
              <a:rPr lang="en-PH" sz="8800" b="1" dirty="0">
                <a:solidFill>
                  <a:schemeClr val="bg1"/>
                </a:solidFill>
                <a:latin typeface="Tahoma" panose="020B0604030504040204" pitchFamily="34" charset="0"/>
                <a:ea typeface="Tahoma" panose="020B0604030504040204" pitchFamily="34" charset="0"/>
                <a:cs typeface="Tahoma" panose="020B0604030504040204" pitchFamily="34" charset="0"/>
              </a:rPr>
              <a:t>THANK YOU</a:t>
            </a:r>
          </a:p>
        </p:txBody>
      </p:sp>
    </p:spTree>
    <p:extLst>
      <p:ext uri="{BB962C8B-B14F-4D97-AF65-F5344CB8AC3E}">
        <p14:creationId xmlns:p14="http://schemas.microsoft.com/office/powerpoint/2010/main" val="599007809"/>
      </p:ext>
    </p:extLst>
  </p:cSld>
  <p:clrMapOvr>
    <a:masterClrMapping/>
  </p:clrMapOvr>
</p:sld>
</file>

<file path=ppt/theme/theme1.xml><?xml version="1.0" encoding="utf-8"?>
<a:theme xmlns:a="http://schemas.openxmlformats.org/drawingml/2006/main" name="template">
  <a:themeElements>
    <a:clrScheme name="template 8">
      <a:dk1>
        <a:srgbClr val="4D4D4D"/>
      </a:dk1>
      <a:lt1>
        <a:srgbClr val="FFFFFF"/>
      </a:lt1>
      <a:dk2>
        <a:srgbClr val="4D4D4D"/>
      </a:dk2>
      <a:lt2>
        <a:srgbClr val="393939"/>
      </a:lt2>
      <a:accent1>
        <a:srgbClr val="858585"/>
      </a:accent1>
      <a:accent2>
        <a:srgbClr val="939393"/>
      </a:accent2>
      <a:accent3>
        <a:srgbClr val="FFFFFF"/>
      </a:accent3>
      <a:accent4>
        <a:srgbClr val="404040"/>
      </a:accent4>
      <a:accent5>
        <a:srgbClr val="C2C2C2"/>
      </a:accent5>
      <a:accent6>
        <a:srgbClr val="858585"/>
      </a:accent6>
      <a:hlink>
        <a:srgbClr val="696969"/>
      </a:hlink>
      <a:folHlink>
        <a:srgbClr val="DDDDDD"/>
      </a:folHlink>
    </a:clrScheme>
    <a:fontScheme name="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template 1">
        <a:dk1>
          <a:srgbClr val="4D4D4D"/>
        </a:dk1>
        <a:lt1>
          <a:srgbClr val="FFFFFF"/>
        </a:lt1>
        <a:dk2>
          <a:srgbClr val="4D4D4D"/>
        </a:dk2>
        <a:lt2>
          <a:srgbClr val="11163C"/>
        </a:lt2>
        <a:accent1>
          <a:srgbClr val="212B53"/>
        </a:accent1>
        <a:accent2>
          <a:srgbClr val="364481"/>
        </a:accent2>
        <a:accent3>
          <a:srgbClr val="FFFFFF"/>
        </a:accent3>
        <a:accent4>
          <a:srgbClr val="404040"/>
        </a:accent4>
        <a:accent5>
          <a:srgbClr val="ABACB3"/>
        </a:accent5>
        <a:accent6>
          <a:srgbClr val="303D74"/>
        </a:accent6>
        <a:hlink>
          <a:srgbClr val="3E4985"/>
        </a:hlink>
        <a:folHlink>
          <a:srgbClr val="DDDDDD"/>
        </a:folHlink>
      </a:clrScheme>
      <a:clrMap bg1="lt1" tx1="dk1" bg2="lt2" tx2="dk2" accent1="accent1" accent2="accent2" accent3="accent3" accent4="accent4" accent5="accent5" accent6="accent6" hlink="hlink" folHlink="folHlink"/>
    </a:extraClrScheme>
    <a:extraClrScheme>
      <a:clrScheme name="template 2">
        <a:dk1>
          <a:srgbClr val="4D4D4D"/>
        </a:dk1>
        <a:lt1>
          <a:srgbClr val="FFFFFF"/>
        </a:lt1>
        <a:dk2>
          <a:srgbClr val="4D4D4D"/>
        </a:dk2>
        <a:lt2>
          <a:srgbClr val="0D254C"/>
        </a:lt2>
        <a:accent1>
          <a:srgbClr val="254B83"/>
        </a:accent1>
        <a:accent2>
          <a:srgbClr val="406DAA"/>
        </a:accent2>
        <a:accent3>
          <a:srgbClr val="FFFFFF"/>
        </a:accent3>
        <a:accent4>
          <a:srgbClr val="404040"/>
        </a:accent4>
        <a:accent5>
          <a:srgbClr val="ACB1C1"/>
        </a:accent5>
        <a:accent6>
          <a:srgbClr val="39629A"/>
        </a:accent6>
        <a:hlink>
          <a:srgbClr val="3267B4"/>
        </a:hlink>
        <a:folHlink>
          <a:srgbClr val="DDDDDD"/>
        </a:folHlink>
      </a:clrScheme>
      <a:clrMap bg1="lt1" tx1="dk1" bg2="lt2" tx2="dk2" accent1="accent1" accent2="accent2" accent3="accent3" accent4="accent4" accent5="accent5" accent6="accent6" hlink="hlink" folHlink="folHlink"/>
    </a:extraClrScheme>
    <a:extraClrScheme>
      <a:clrScheme name="template 3">
        <a:dk1>
          <a:srgbClr val="4D4D4D"/>
        </a:dk1>
        <a:lt1>
          <a:srgbClr val="FFFFFF"/>
        </a:lt1>
        <a:dk2>
          <a:srgbClr val="4D4D4D"/>
        </a:dk2>
        <a:lt2>
          <a:srgbClr val="363B45"/>
        </a:lt2>
        <a:accent1>
          <a:srgbClr val="A99D9B"/>
        </a:accent1>
        <a:accent2>
          <a:srgbClr val="565A66"/>
        </a:accent2>
        <a:accent3>
          <a:srgbClr val="FFFFFF"/>
        </a:accent3>
        <a:accent4>
          <a:srgbClr val="404040"/>
        </a:accent4>
        <a:accent5>
          <a:srgbClr val="D1CCCB"/>
        </a:accent5>
        <a:accent6>
          <a:srgbClr val="4D515C"/>
        </a:accent6>
        <a:hlink>
          <a:srgbClr val="927154"/>
        </a:hlink>
        <a:folHlink>
          <a:srgbClr val="DDDDDD"/>
        </a:folHlink>
      </a:clrScheme>
      <a:clrMap bg1="lt1" tx1="dk1" bg2="lt2" tx2="dk2" accent1="accent1" accent2="accent2" accent3="accent3" accent4="accent4" accent5="accent5" accent6="accent6" hlink="hlink" folHlink="folHlink"/>
    </a:extraClrScheme>
    <a:extraClrScheme>
      <a:clrScheme name="template 4">
        <a:dk1>
          <a:srgbClr val="4D4D4D"/>
        </a:dk1>
        <a:lt1>
          <a:srgbClr val="FFFFFF"/>
        </a:lt1>
        <a:dk2>
          <a:srgbClr val="4D4D4D"/>
        </a:dk2>
        <a:lt2>
          <a:srgbClr val="2E3236"/>
        </a:lt2>
        <a:accent1>
          <a:srgbClr val="B26920"/>
        </a:accent1>
        <a:accent2>
          <a:srgbClr val="6F7F8D"/>
        </a:accent2>
        <a:accent3>
          <a:srgbClr val="FFFFFF"/>
        </a:accent3>
        <a:accent4>
          <a:srgbClr val="404040"/>
        </a:accent4>
        <a:accent5>
          <a:srgbClr val="D5B9AB"/>
        </a:accent5>
        <a:accent6>
          <a:srgbClr val="64727F"/>
        </a:accent6>
        <a:hlink>
          <a:srgbClr val="EEC722"/>
        </a:hlink>
        <a:folHlink>
          <a:srgbClr val="DDDDDD"/>
        </a:folHlink>
      </a:clrScheme>
      <a:clrMap bg1="lt1" tx1="dk1" bg2="lt2" tx2="dk2" accent1="accent1" accent2="accent2" accent3="accent3" accent4="accent4" accent5="accent5" accent6="accent6" hlink="hlink" folHlink="folHlink"/>
    </a:extraClrScheme>
    <a:extraClrScheme>
      <a:clrScheme name="template 5">
        <a:dk1>
          <a:srgbClr val="4D4D4D"/>
        </a:dk1>
        <a:lt1>
          <a:srgbClr val="FFFFFF"/>
        </a:lt1>
        <a:dk2>
          <a:srgbClr val="4D4D4D"/>
        </a:dk2>
        <a:lt2>
          <a:srgbClr val="2E3236"/>
        </a:lt2>
        <a:accent1>
          <a:srgbClr val="9BB6EE"/>
        </a:accent1>
        <a:accent2>
          <a:srgbClr val="6F7F8D"/>
        </a:accent2>
        <a:accent3>
          <a:srgbClr val="FFFFFF"/>
        </a:accent3>
        <a:accent4>
          <a:srgbClr val="404040"/>
        </a:accent4>
        <a:accent5>
          <a:srgbClr val="CBD7F5"/>
        </a:accent5>
        <a:accent6>
          <a:srgbClr val="64727F"/>
        </a:accent6>
        <a:hlink>
          <a:srgbClr val="84AAF3"/>
        </a:hlink>
        <a:folHlink>
          <a:srgbClr val="DDDDDD"/>
        </a:folHlink>
      </a:clrScheme>
      <a:clrMap bg1="lt1" tx1="dk1" bg2="lt2" tx2="dk2" accent1="accent1" accent2="accent2" accent3="accent3" accent4="accent4" accent5="accent5" accent6="accent6" hlink="hlink" folHlink="folHlink"/>
    </a:extraClrScheme>
    <a:extraClrScheme>
      <a:clrScheme name="template 6">
        <a:dk1>
          <a:srgbClr val="4D4D4D"/>
        </a:dk1>
        <a:lt1>
          <a:srgbClr val="FFFFFF"/>
        </a:lt1>
        <a:dk2>
          <a:srgbClr val="4D4D4D"/>
        </a:dk2>
        <a:lt2>
          <a:srgbClr val="40494F"/>
        </a:lt2>
        <a:accent1>
          <a:srgbClr val="6D7D8A"/>
        </a:accent1>
        <a:accent2>
          <a:srgbClr val="A7A7A7"/>
        </a:accent2>
        <a:accent3>
          <a:srgbClr val="FFFFFF"/>
        </a:accent3>
        <a:accent4>
          <a:srgbClr val="404040"/>
        </a:accent4>
        <a:accent5>
          <a:srgbClr val="BABFC4"/>
        </a:accent5>
        <a:accent6>
          <a:srgbClr val="979797"/>
        </a:accent6>
        <a:hlink>
          <a:srgbClr val="7F7F7F"/>
        </a:hlink>
        <a:folHlink>
          <a:srgbClr val="DDDDDD"/>
        </a:folHlink>
      </a:clrScheme>
      <a:clrMap bg1="lt1" tx1="dk1" bg2="lt2" tx2="dk2" accent1="accent1" accent2="accent2" accent3="accent3" accent4="accent4" accent5="accent5" accent6="accent6" hlink="hlink" folHlink="folHlink"/>
    </a:extraClrScheme>
    <a:extraClrScheme>
      <a:clrScheme name="template 7">
        <a:dk1>
          <a:srgbClr val="4D4D4D"/>
        </a:dk1>
        <a:lt1>
          <a:srgbClr val="FFFFFF"/>
        </a:lt1>
        <a:dk2>
          <a:srgbClr val="4D4D4D"/>
        </a:dk2>
        <a:lt2>
          <a:srgbClr val="454D52"/>
        </a:lt2>
        <a:accent1>
          <a:srgbClr val="7D8B97"/>
        </a:accent1>
        <a:accent2>
          <a:srgbClr val="CBCBCB"/>
        </a:accent2>
        <a:accent3>
          <a:srgbClr val="FFFFFF"/>
        </a:accent3>
        <a:accent4>
          <a:srgbClr val="404040"/>
        </a:accent4>
        <a:accent5>
          <a:srgbClr val="BFC4C9"/>
        </a:accent5>
        <a:accent6>
          <a:srgbClr val="B8B8B8"/>
        </a:accent6>
        <a:hlink>
          <a:srgbClr val="515869"/>
        </a:hlink>
        <a:folHlink>
          <a:srgbClr val="DDDDDD"/>
        </a:folHlink>
      </a:clrScheme>
      <a:clrMap bg1="lt1" tx1="dk1" bg2="lt2" tx2="dk2" accent1="accent1" accent2="accent2" accent3="accent3" accent4="accent4" accent5="accent5" accent6="accent6" hlink="hlink" folHlink="folHlink"/>
    </a:extraClrScheme>
    <a:extraClrScheme>
      <a:clrScheme name="template 8">
        <a:dk1>
          <a:srgbClr val="4D4D4D"/>
        </a:dk1>
        <a:lt1>
          <a:srgbClr val="FFFFFF"/>
        </a:lt1>
        <a:dk2>
          <a:srgbClr val="4D4D4D"/>
        </a:dk2>
        <a:lt2>
          <a:srgbClr val="393939"/>
        </a:lt2>
        <a:accent1>
          <a:srgbClr val="858585"/>
        </a:accent1>
        <a:accent2>
          <a:srgbClr val="939393"/>
        </a:accent2>
        <a:accent3>
          <a:srgbClr val="FFFFFF"/>
        </a:accent3>
        <a:accent4>
          <a:srgbClr val="404040"/>
        </a:accent4>
        <a:accent5>
          <a:srgbClr val="C2C2C2"/>
        </a:accent5>
        <a:accent6>
          <a:srgbClr val="858585"/>
        </a:accent6>
        <a:hlink>
          <a:srgbClr val="696969"/>
        </a:hlink>
        <a:folHlink>
          <a:srgbClr val="DDDDDD"/>
        </a:folHlink>
      </a:clrScheme>
      <a:clrMap bg1="lt1" tx1="dk1" bg2="lt2" tx2="dk2" accent1="accent1" accent2="accent2" accent3="accent3" accent4="accent4" accent5="accent5" accent6="accent6" hlink="hlink" folHlink="folHlink"/>
    </a:extraClrScheme>
    <a:extraClrScheme>
      <a:clrScheme name="template 9">
        <a:dk1>
          <a:srgbClr val="4D4D4D"/>
        </a:dk1>
        <a:lt1>
          <a:srgbClr val="FFFFFF"/>
        </a:lt1>
        <a:dk2>
          <a:srgbClr val="4D4D4D"/>
        </a:dk2>
        <a:lt2>
          <a:srgbClr val="4F5056"/>
        </a:lt2>
        <a:accent1>
          <a:srgbClr val="7E7F8E"/>
        </a:accent1>
        <a:accent2>
          <a:srgbClr val="C0C1C5"/>
        </a:accent2>
        <a:accent3>
          <a:srgbClr val="FFFFFF"/>
        </a:accent3>
        <a:accent4>
          <a:srgbClr val="404040"/>
        </a:accent4>
        <a:accent5>
          <a:srgbClr val="C0C0C6"/>
        </a:accent5>
        <a:accent6>
          <a:srgbClr val="AEAFB2"/>
        </a:accent6>
        <a:hlink>
          <a:srgbClr val="ACAFB7"/>
        </a:hlink>
        <a:folHlink>
          <a:srgbClr val="DDDDDD"/>
        </a:folHlink>
      </a:clrScheme>
      <a:clrMap bg1="lt1" tx1="dk1" bg2="lt2" tx2="dk2" accent1="accent1" accent2="accent2" accent3="accent3" accent4="accent4" accent5="accent5" accent6="accent6" hlink="hlink" folHlink="folHlink"/>
    </a:extraClrScheme>
    <a:extraClrScheme>
      <a:clrScheme name="template 10">
        <a:dk1>
          <a:srgbClr val="4D4D4D"/>
        </a:dk1>
        <a:lt1>
          <a:srgbClr val="FFFFFF"/>
        </a:lt1>
        <a:dk2>
          <a:srgbClr val="4D4D4D"/>
        </a:dk2>
        <a:lt2>
          <a:srgbClr val="85978F"/>
        </a:lt2>
        <a:accent1>
          <a:srgbClr val="9DA499"/>
        </a:accent1>
        <a:accent2>
          <a:srgbClr val="A5B9BA"/>
        </a:accent2>
        <a:accent3>
          <a:srgbClr val="FFFFFF"/>
        </a:accent3>
        <a:accent4>
          <a:srgbClr val="404040"/>
        </a:accent4>
        <a:accent5>
          <a:srgbClr val="CCCFCA"/>
        </a:accent5>
        <a:accent6>
          <a:srgbClr val="95A7A8"/>
        </a:accent6>
        <a:hlink>
          <a:srgbClr val="ABB4AB"/>
        </a:hlink>
        <a:folHlink>
          <a:srgbClr val="DDDDDD"/>
        </a:folHlink>
      </a:clrScheme>
      <a:clrMap bg1="lt1" tx1="dk1" bg2="lt2" tx2="dk2" accent1="accent1" accent2="accent2" accent3="accent3" accent4="accent4" accent5="accent5" accent6="accent6" hlink="hlink" folHlink="folHlink"/>
    </a:extraClrScheme>
    <a:extraClrScheme>
      <a:clrScheme name="template 11">
        <a:dk1>
          <a:srgbClr val="4D4D4D"/>
        </a:dk1>
        <a:lt1>
          <a:srgbClr val="FFFFFF"/>
        </a:lt1>
        <a:dk2>
          <a:srgbClr val="4D4D4D"/>
        </a:dk2>
        <a:lt2>
          <a:srgbClr val="484847"/>
        </a:lt2>
        <a:accent1>
          <a:srgbClr val="7C7C74"/>
        </a:accent1>
        <a:accent2>
          <a:srgbClr val="AFB2AA"/>
        </a:accent2>
        <a:accent3>
          <a:srgbClr val="FFFFFF"/>
        </a:accent3>
        <a:accent4>
          <a:srgbClr val="404040"/>
        </a:accent4>
        <a:accent5>
          <a:srgbClr val="BFBFBC"/>
        </a:accent5>
        <a:accent6>
          <a:srgbClr val="9EA19A"/>
        </a:accent6>
        <a:hlink>
          <a:srgbClr val="D4D2C6"/>
        </a:hlink>
        <a:folHlink>
          <a:srgbClr val="DDDDD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template</Template>
  <TotalTime>202</TotalTime>
  <Words>2993</Words>
  <Application>Microsoft Office PowerPoint</Application>
  <PresentationFormat>On-screen Show (4:3)</PresentationFormat>
  <Paragraphs>221</Paragraphs>
  <Slides>20</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Century Gothic</vt:lpstr>
      <vt:lpstr>Courier New</vt:lpstr>
      <vt:lpstr>Tahoma</vt:lpstr>
      <vt:lpstr>Wingdings</vt:lpstr>
      <vt:lpstr>template</vt:lpstr>
      <vt:lpstr>CYBER CRIMINALS  AND  THE CYBERCRIME LAW</vt:lpstr>
      <vt:lpstr>GROUP 5</vt:lpstr>
      <vt:lpstr>Explanatory Note of Senator Angara</vt:lpstr>
      <vt:lpstr>Overview of the Philippine Cybercrime Law</vt:lpstr>
      <vt:lpstr>The "I LOVE YOU" virus</vt:lpstr>
      <vt:lpstr>PowerPoint Presentation</vt:lpstr>
      <vt:lpstr>PowerPoint Presentation</vt:lpstr>
      <vt:lpstr>SECTION 33. PENALTIES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 CRIMINALS  AND  THE CYBERCRIME LAW</dc:title>
  <dc:creator>Kimberly Sinaguinan</dc:creator>
  <cp:lastModifiedBy>ENDUSER</cp:lastModifiedBy>
  <cp:revision>2</cp:revision>
  <dcterms:created xsi:type="dcterms:W3CDTF">2024-03-16T05:23:52Z</dcterms:created>
  <dcterms:modified xsi:type="dcterms:W3CDTF">2024-04-18T15:33:14Z</dcterms:modified>
</cp:coreProperties>
</file>